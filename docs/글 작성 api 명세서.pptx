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8" r:id="rId3"/>
    <p:sldId id="269" r:id="rId4"/>
    <p:sldId id="27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6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4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7F6C4-7093-0554-25EC-7CC44D58C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44581D-5709-8282-CF7B-BC7B8E33F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0BDD8-A867-D28B-9655-FE7AAC55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2098A-FCF0-5448-3B43-9382376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C26B38-EE61-290E-2853-B84BA460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73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06456-F175-7132-F953-C27B0A5F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C1C42-75B4-5A01-9C60-FB4E77FE4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746AF-F5C4-F582-1A02-AB496838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E4F949-13D1-C166-AE25-ABFBBE7D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BAF533-2120-8B42-8061-DD0A8234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0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5C8E-E544-8765-E292-F6BC890C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62B884-FB75-D756-8D8F-517E6ADAC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A7C71E-8AB2-7449-F81B-26F70641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F17A9-5572-26BA-48E5-4A0612A3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DD5AD4-EECD-A61A-29E2-861C777A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23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A3C28-2CC7-9739-5935-E0F7BF88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ABCEE-66AC-55AA-D2F7-0C12B35BC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29A4E4-820D-07C4-DB1E-E66FCECFA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602E6B-EECE-F760-7FBC-97FDC8111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33987-88A4-6692-FB6C-9AF475C7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A0F0A7-74EA-FD21-8E0E-6D324BAA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83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35DAF-C9AD-EF32-02E0-3E982C18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FDC74D-8F71-0C42-17A6-3E9F77AC0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8391FB-F651-98CE-40E5-E273C8C0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57951B-DE41-59D2-5565-B85D0474D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D4F12-60E1-5742-5A68-6A1C61FDF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ECD9FF-177D-55AF-C513-396F6932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42DCEC-7BE0-0671-D6DD-CC65C69A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4970EF-A5EA-2E5D-89F8-25CB0CBD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3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458F9-B28C-4F93-DBC4-0FE7AFBA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714F96-3892-4F7D-9FB5-08E7949C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993D9E-4331-00C8-19A1-2A133BA7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2EF8B2-2B15-8E6A-95D5-CDDFBFE9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42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CD5F4F-9386-D4EE-5F04-7EBE8A55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C5991A-4E1A-07D0-0CE5-25FE40C2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CC8A5-A500-C674-9556-45CB6080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DBA6D-D139-529E-5E69-C3A735F5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7B0B9-45E5-78F1-2CD1-98CA09D5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DF7405-53C6-9F56-BBAE-1BBE067B4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450183-D88C-F180-07C3-293408A5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83F18-D1B6-39C1-BC72-378E59EB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6DF85A-5726-01D7-7230-9442F4A8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562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43CEF-32C9-6B6F-20BA-ADDE1A07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122E86-652B-DA70-E26B-0154B72CA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62FD1C-6AEC-4261-AF69-AA075226E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9F2650-C174-CDAE-4744-A49EF4CC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6D3DB-D998-ABCA-2448-453DDD8E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F22600-2B14-67F9-81F2-DE5BD761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3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0E677-4CA7-3D73-7B3B-B356A475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4B836F-7A88-449D-1EB6-E0DCBB4B8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7BC4F3-BA4A-20F5-CE7F-6303EBD0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48C1-75EE-3C16-ADE0-E5838FD2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A44513-EE54-A9AF-7AC3-CA0CD1C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12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F676D5-145B-D13F-085F-25C96F45D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505EA9-3518-895A-EEAC-26D457C72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A2DC4C-1FE1-0FBC-A16C-9F640946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E11BD-69AC-49F2-0490-2A60547D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09991A-1B55-2558-3754-BDF4400F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70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1A9CEA-98F9-7098-8857-5AA8EFDE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F2627-3B14-CB09-BA7C-18A34C71B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653A8B-14E1-11E7-D2AC-C9E0EB4F1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B4638-C059-BC89-F9C0-5CD19BFAF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5A03D5-1275-5774-10D2-18E44E1C6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18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955B-0B05-CB29-EB16-2587A38D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B36B05A-E4F0-CDC5-641D-9CF197CFAEDC}"/>
              </a:ext>
            </a:extLst>
          </p:cNvPr>
          <p:cNvGrpSpPr/>
          <p:nvPr/>
        </p:nvGrpSpPr>
        <p:grpSpPr>
          <a:xfrm>
            <a:off x="0" y="0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6A3734F-1FE7-A2EC-4F52-C170D099892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A9AE67-D6A0-D37B-FAF9-C0E1E96BA71D}"/>
                </a:ext>
              </a:extLst>
            </p:cNvPr>
            <p:cNvSpPr txBox="1"/>
            <p:nvPr/>
          </p:nvSpPr>
          <p:spPr>
            <a:xfrm>
              <a:off x="1" y="60320"/>
              <a:ext cx="6575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전체 글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18EBE9-5ACF-2ADE-A06C-BBE2863B0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4083E227-4912-A3E2-E924-EBFF24CA583A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1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ACC3FB-EDC7-1268-D632-A7903AB9E5BE}"/>
              </a:ext>
            </a:extLst>
          </p:cNvPr>
          <p:cNvSpPr txBox="1"/>
          <p:nvPr/>
        </p:nvSpPr>
        <p:spPr>
          <a:xfrm>
            <a:off x="74848" y="460341"/>
            <a:ext cx="34980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https://hackathon.gdgoc.net/api/donation/list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82DADD-564F-3288-CE30-C97E095DD0B6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5E0D4EB-1142-A5ED-BBC0-76665F062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695171"/>
              </p:ext>
            </p:extLst>
          </p:nvPr>
        </p:nvGraphicFramePr>
        <p:xfrm>
          <a:off x="180854" y="989474"/>
          <a:ext cx="11819125" cy="52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3802DDB-460F-2D35-C3A3-F5BEA4DFA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146922"/>
              </p:ext>
            </p:extLst>
          </p:nvPr>
        </p:nvGraphicFramePr>
        <p:xfrm>
          <a:off x="180854" y="2017123"/>
          <a:ext cx="11819125" cy="3570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“donations”: [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</a:t>
                      </a:r>
                      <a:r>
                        <a:rPr lang="en-US" altLang="ko-KR" sz="800" b="0" dirty="0" err="1"/>
                        <a:t>didx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“status”: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“title”: “</a:t>
                      </a:r>
                      <a:r>
                        <a:rPr lang="ko-KR" altLang="en-US" sz="800" b="0" dirty="0"/>
                        <a:t>제목</a:t>
                      </a:r>
                      <a:r>
                        <a:rPr lang="en-US" altLang="ko-KR" sz="800" b="0" dirty="0"/>
                        <a:t>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</a:t>
                      </a:r>
                      <a:r>
                        <a:rPr lang="en-US" altLang="ko-KR" sz="800" b="0" dirty="0" err="1"/>
                        <a:t>duedate</a:t>
                      </a:r>
                      <a:r>
                        <a:rPr lang="en-US" altLang="ko-KR" sz="800" b="0" dirty="0"/>
                        <a:t>”: “YYYY-MM-DD”,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“exercise”: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“study”: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“music”: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“game”: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“clean”: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},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</a:t>
                      </a:r>
                      <a:r>
                        <a:rPr lang="en-US" altLang="ko-KR" sz="800" b="0" dirty="0" err="1"/>
                        <a:t>didx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“status”: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“title”: “</a:t>
                      </a:r>
                      <a:r>
                        <a:rPr lang="ko-KR" altLang="en-US" sz="800" b="0" dirty="0"/>
                        <a:t>제목</a:t>
                      </a:r>
                      <a:r>
                        <a:rPr lang="en-US" altLang="ko-KR" sz="800" b="0" dirty="0"/>
                        <a:t>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</a:t>
                      </a:r>
                      <a:r>
                        <a:rPr lang="en-US" altLang="ko-KR" sz="800" b="0" dirty="0" err="1"/>
                        <a:t>duedate</a:t>
                      </a:r>
                      <a:r>
                        <a:rPr lang="en-US" altLang="ko-KR" sz="800" b="0" dirty="0"/>
                        <a:t>”: “YYYY-MM-DD”,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“exercise”: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“study”: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“music”: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“game”: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“clean”: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}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]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4017C74-13D9-A001-CF42-34BFCCE60A4D}"/>
              </a:ext>
            </a:extLst>
          </p:cNvPr>
          <p:cNvSpPr txBox="1"/>
          <p:nvPr/>
        </p:nvSpPr>
        <p:spPr>
          <a:xfrm>
            <a:off x="74848" y="17649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0243545-235F-AA14-B1FA-6F450FC3C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968704"/>
              </p:ext>
            </p:extLst>
          </p:nvPr>
        </p:nvGraphicFramePr>
        <p:xfrm>
          <a:off x="180854" y="5905722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C524B5-4FAB-7CEE-FFF3-3A5AC981B161}"/>
              </a:ext>
            </a:extLst>
          </p:cNvPr>
          <p:cNvSpPr txBox="1"/>
          <p:nvPr/>
        </p:nvSpPr>
        <p:spPr>
          <a:xfrm>
            <a:off x="74848" y="5653590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B31D9F-5288-28A1-3C97-113FCF4B9C00}"/>
              </a:ext>
            </a:extLst>
          </p:cNvPr>
          <p:cNvSpPr txBox="1"/>
          <p:nvPr/>
        </p:nvSpPr>
        <p:spPr>
          <a:xfrm>
            <a:off x="982469" y="2833997"/>
            <a:ext cx="138371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// 0: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 모집 마감</a:t>
            </a:r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,  1: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모집 중</a:t>
            </a:r>
            <a:endParaRPr lang="en-US" altLang="ko-K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A3191A-55B4-D3A3-56DD-8FB6BC6CD400}"/>
              </a:ext>
            </a:extLst>
          </p:cNvPr>
          <p:cNvSpPr txBox="1"/>
          <p:nvPr/>
        </p:nvSpPr>
        <p:spPr>
          <a:xfrm>
            <a:off x="1080575" y="3193892"/>
            <a:ext cx="14863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// 0: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 관련 있음</a:t>
            </a:r>
            <a:r>
              <a:rPr lang="en-US" altLang="ko-KR" sz="800" dirty="0">
                <a:solidFill>
                  <a:schemeClr val="accent6">
                    <a:lumMod val="75000"/>
                  </a:schemeClr>
                </a:solidFill>
              </a:rPr>
              <a:t>,  1:</a:t>
            </a:r>
            <a:r>
              <a:rPr lang="ko-KR" altLang="en-US" sz="800" dirty="0">
                <a:solidFill>
                  <a:schemeClr val="accent6">
                    <a:lumMod val="75000"/>
                  </a:schemeClr>
                </a:solidFill>
              </a:rPr>
              <a:t>관련 없음</a:t>
            </a:r>
            <a:endParaRPr lang="en-US" altLang="ko-KR" sz="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29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BE2C-C599-3C7D-35C7-41A7828D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AD7E054-BC30-4F85-6B06-DDA58995C52E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9FF79A3-30C1-F3CF-4669-C786103E8AB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20021B-7DDC-A253-1761-F1749670F570}"/>
                </a:ext>
              </a:extLst>
            </p:cNvPr>
            <p:cNvSpPr txBox="1"/>
            <p:nvPr/>
          </p:nvSpPr>
          <p:spPr>
            <a:xfrm>
              <a:off x="1" y="60320"/>
              <a:ext cx="9893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글 내용 조회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E856B3-0715-4C89-2C0F-7BCBA87FB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017D5C94-BB90-F825-EEA0-084FA891365F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2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BB6C99-3A94-0066-C7E5-24D5DDFBB8DF}"/>
              </a:ext>
            </a:extLst>
          </p:cNvPr>
          <p:cNvSpPr txBox="1"/>
          <p:nvPr/>
        </p:nvSpPr>
        <p:spPr>
          <a:xfrm>
            <a:off x="74848" y="460341"/>
            <a:ext cx="363593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 https://hackathon.gdgoc.net/api/donation/detail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318D9-17E4-E20E-D71B-AFEA806AA116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34032EC-0335-6A20-785D-C811CF3C3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642373"/>
              </p:ext>
            </p:extLst>
          </p:nvPr>
        </p:nvGraphicFramePr>
        <p:xfrm>
          <a:off x="180854" y="98947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didx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264AE94-3D41-E8F0-87B6-298FC9175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355912"/>
              </p:ext>
            </p:extLst>
          </p:nvPr>
        </p:nvGraphicFramePr>
        <p:xfrm>
          <a:off x="180854" y="2017123"/>
          <a:ext cx="11819125" cy="1985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didx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writerIdx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“status”: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“title”: “</a:t>
                      </a:r>
                      <a:r>
                        <a:rPr lang="ko-KR" altLang="en-US" sz="800" b="0" dirty="0"/>
                        <a:t>제목</a:t>
                      </a:r>
                      <a:r>
                        <a:rPr lang="en-US" altLang="ko-KR" sz="800" b="0" dirty="0"/>
                        <a:t>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duedate</a:t>
                      </a:r>
                      <a:r>
                        <a:rPr lang="en-US" altLang="ko-KR" sz="800" b="0" dirty="0"/>
                        <a:t>”: “YYYY-MM-DD”,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“exercise”: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“study”: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“music”: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“game”: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“clean”: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“text”: “</a:t>
                      </a:r>
                      <a:r>
                        <a:rPr lang="ko-KR" altLang="en-US" sz="800" b="0" dirty="0"/>
                        <a:t>글 내용</a:t>
                      </a:r>
                      <a:r>
                        <a:rPr lang="en-US" altLang="ko-KR" sz="800" b="0" dirty="0"/>
                        <a:t>”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65E4C81-32FA-7210-257C-6B01971DB584}"/>
              </a:ext>
            </a:extLst>
          </p:cNvPr>
          <p:cNvSpPr txBox="1"/>
          <p:nvPr/>
        </p:nvSpPr>
        <p:spPr>
          <a:xfrm>
            <a:off x="74848" y="17649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B82D239-4342-97B9-F1B8-A11DFDF6D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126468"/>
              </p:ext>
            </p:extLst>
          </p:nvPr>
        </p:nvGraphicFramePr>
        <p:xfrm>
          <a:off x="180854" y="4489878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910B82A-4B87-4FF5-C5CC-6209955754E0}"/>
              </a:ext>
            </a:extLst>
          </p:cNvPr>
          <p:cNvSpPr txBox="1"/>
          <p:nvPr/>
        </p:nvSpPr>
        <p:spPr>
          <a:xfrm>
            <a:off x="74848" y="4237746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305236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74C5A-1006-60A7-994D-715AF136A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72D0333-53B4-0FC3-8757-F90D4B59610A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39692F-29D3-721A-2AD0-550C52F0FE98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212083-3270-5543-26D8-FAFF74E9268C}"/>
                </a:ext>
              </a:extLst>
            </p:cNvPr>
            <p:cNvSpPr txBox="1"/>
            <p:nvPr/>
          </p:nvSpPr>
          <p:spPr>
            <a:xfrm>
              <a:off x="1" y="60320"/>
              <a:ext cx="6575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글 작성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EACD6F-B864-3B30-9614-55699E92F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DE9EFB70-D061-D700-364A-B4C32B9BE1B8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3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D80186-BCD2-D615-9EAD-AF654EBC951C}"/>
              </a:ext>
            </a:extLst>
          </p:cNvPr>
          <p:cNvSpPr txBox="1"/>
          <p:nvPr/>
        </p:nvSpPr>
        <p:spPr>
          <a:xfrm>
            <a:off x="74848" y="460341"/>
            <a:ext cx="36311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 https://hackathon.gdgoc.net/api/donation/write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0387D-90BC-5BEC-BCAF-E080E83472F4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B3E6BB7-B02C-B23C-C0C8-888BFD85B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701310"/>
              </p:ext>
            </p:extLst>
          </p:nvPr>
        </p:nvGraphicFramePr>
        <p:xfrm>
          <a:off x="180854" y="989474"/>
          <a:ext cx="11819125" cy="2839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uidx</a:t>
                      </a:r>
                      <a:r>
                        <a:rPr lang="en-US" altLang="ko-KR" sz="800" b="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“title”: “</a:t>
                      </a:r>
                      <a:r>
                        <a:rPr lang="ko-KR" altLang="en-US" sz="800" b="0" dirty="0"/>
                        <a:t>제목</a:t>
                      </a:r>
                      <a:r>
                        <a:rPr lang="en-US" altLang="ko-KR" sz="800" b="0" dirty="0"/>
                        <a:t>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duedate</a:t>
                      </a:r>
                      <a:r>
                        <a:rPr lang="en-US" altLang="ko-KR" sz="800" b="0" dirty="0"/>
                        <a:t>”: “YYYY-MM-DD”,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“exercise”: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“study”: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“music”: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“game”: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“clean”: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“text”: “</a:t>
                      </a:r>
                      <a:r>
                        <a:rPr lang="ko-KR" altLang="en-US" sz="800" b="0" dirty="0"/>
                        <a:t>글 내용</a:t>
                      </a:r>
                      <a:r>
                        <a:rPr lang="en-US" altLang="ko-KR" sz="800" b="0" dirty="0"/>
                        <a:t>”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“accept”: [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“role”: “</a:t>
                      </a:r>
                      <a:r>
                        <a:rPr lang="ko-KR" altLang="en-US" sz="800" b="0" dirty="0"/>
                        <a:t>모집하는 역할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ko-KR" altLang="en-US" sz="800" b="0" dirty="0"/>
                        <a:t>설명</a:t>
                      </a:r>
                      <a:r>
                        <a:rPr lang="en-US" altLang="ko-KR" sz="800" b="0" dirty="0"/>
                        <a:t>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“point”: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},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“role”: “</a:t>
                      </a:r>
                      <a:r>
                        <a:rPr lang="ko-KR" altLang="en-US" sz="800" b="0" dirty="0"/>
                        <a:t>모집하는 역할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ko-KR" altLang="en-US" sz="800" b="0" dirty="0"/>
                        <a:t>설명</a:t>
                      </a:r>
                      <a:r>
                        <a:rPr lang="en-US" altLang="ko-KR" sz="800" b="0" dirty="0"/>
                        <a:t>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“point”: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}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]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5035BD0-DE77-22FB-3C22-D94CB714A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693564"/>
              </p:ext>
            </p:extLst>
          </p:nvPr>
        </p:nvGraphicFramePr>
        <p:xfrm>
          <a:off x="180854" y="4226923"/>
          <a:ext cx="11819125" cy="76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didx</a:t>
                      </a:r>
                      <a:r>
                        <a:rPr lang="en-US" altLang="ko-KR" sz="800" b="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4DA31BA-2FDE-A7DB-E796-C468F02A4DB9}"/>
              </a:ext>
            </a:extLst>
          </p:cNvPr>
          <p:cNvSpPr txBox="1"/>
          <p:nvPr/>
        </p:nvSpPr>
        <p:spPr>
          <a:xfrm>
            <a:off x="74848" y="39747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10AF213-806A-8413-F645-030048893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368697"/>
              </p:ext>
            </p:extLst>
          </p:nvPr>
        </p:nvGraphicFramePr>
        <p:xfrm>
          <a:off x="180854" y="544612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82F77FA-76D0-50E8-6B95-64766C91192C}"/>
              </a:ext>
            </a:extLst>
          </p:cNvPr>
          <p:cNvSpPr txBox="1"/>
          <p:nvPr/>
        </p:nvSpPr>
        <p:spPr>
          <a:xfrm>
            <a:off x="74848" y="51939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314282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64C8C-44B4-35E4-32FB-A4640B5B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71D6895-FB9B-3122-89F0-5E06F03F398C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F68E66B-5067-42F0-3F03-D11A13C3D4B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E1D51E-8C5C-4754-66CF-169C20665AD0}"/>
                </a:ext>
              </a:extLst>
            </p:cNvPr>
            <p:cNvSpPr txBox="1"/>
            <p:nvPr/>
          </p:nvSpPr>
          <p:spPr>
            <a:xfrm>
              <a:off x="1" y="60320"/>
              <a:ext cx="98937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글 상태 변경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ACA27-919E-AF2E-CFD1-9B15AD54F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1047A7C0-4A8F-156F-92F8-59ECF69F2E51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4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3D992-8954-9DE8-D97A-6BAAA03DDE91}"/>
              </a:ext>
            </a:extLst>
          </p:cNvPr>
          <p:cNvSpPr txBox="1"/>
          <p:nvPr/>
        </p:nvSpPr>
        <p:spPr>
          <a:xfrm>
            <a:off x="74848" y="460341"/>
            <a:ext cx="4094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 https://hackathon.gdgoc.net/api/donation/statusChane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450619-A3E8-A2BF-C27B-18437B188F05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1D2DE4A-8AAF-BFDE-464D-792FF8066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443047"/>
              </p:ext>
            </p:extLst>
          </p:nvPr>
        </p:nvGraphicFramePr>
        <p:xfrm>
          <a:off x="180854" y="989474"/>
          <a:ext cx="11819125" cy="76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didx</a:t>
                      </a:r>
                      <a:r>
                        <a:rPr lang="en-US" altLang="ko-KR" sz="80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“status”: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2B263671-F6C3-23F2-D9DB-0EF85D13D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778584"/>
              </p:ext>
            </p:extLst>
          </p:nvPr>
        </p:nvGraphicFramePr>
        <p:xfrm>
          <a:off x="180854" y="230922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84AF536-2C0E-4243-E61A-2A1FD17CF395}"/>
              </a:ext>
            </a:extLst>
          </p:cNvPr>
          <p:cNvSpPr txBox="1"/>
          <p:nvPr/>
        </p:nvSpPr>
        <p:spPr>
          <a:xfrm>
            <a:off x="74848" y="20570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D7F03F6-D693-6888-9912-306B8F2B3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412643"/>
              </p:ext>
            </p:extLst>
          </p:nvPr>
        </p:nvGraphicFramePr>
        <p:xfrm>
          <a:off x="180854" y="352842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5AF54B-13DC-7BC0-EB1E-7FA9E7DE2505}"/>
              </a:ext>
            </a:extLst>
          </p:cNvPr>
          <p:cNvSpPr txBox="1"/>
          <p:nvPr/>
        </p:nvSpPr>
        <p:spPr>
          <a:xfrm>
            <a:off x="74848" y="32762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184885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558</Words>
  <Application>Microsoft Office PowerPoint</Application>
  <PresentationFormat>와이드스크린</PresentationFormat>
  <Paragraphs>140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 Junho</dc:creator>
  <cp:lastModifiedBy>Park Junho</cp:lastModifiedBy>
  <cp:revision>17</cp:revision>
  <dcterms:created xsi:type="dcterms:W3CDTF">2026-03-15T02:13:01Z</dcterms:created>
  <dcterms:modified xsi:type="dcterms:W3CDTF">2026-05-16T14:09:10Z</dcterms:modified>
</cp:coreProperties>
</file>