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60" r:id="rId2"/>
    <p:sldId id="268" r:id="rId3"/>
    <p:sldId id="271" r:id="rId4"/>
  </p:sldIdLst>
  <p:sldSz cx="12192000" cy="6858000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386F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보통 스타일 2 - 강조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5940675A-B579-460E-94D1-54222C63F5DA}" styleName="스타일 없음, 표 눈금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245" autoAdjust="0"/>
    <p:restoredTop sz="94660"/>
  </p:normalViewPr>
  <p:slideViewPr>
    <p:cSldViewPr snapToGrid="0">
      <p:cViewPr varScale="1">
        <p:scale>
          <a:sx n="97" d="100"/>
          <a:sy n="97" d="100"/>
        </p:scale>
        <p:origin x="120" y="9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4" Type="http://schemas.openxmlformats.org/officeDocument/2006/relationships/slide" Target="slides/slide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A8F7F6C4-7093-0554-25EC-7CC44D58C0E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부제목 2">
            <a:extLst>
              <a:ext uri="{FF2B5EF4-FFF2-40B4-BE49-F238E27FC236}">
                <a16:creationId xmlns:a16="http://schemas.microsoft.com/office/drawing/2014/main" id="{F344581D-5709-8282-CF7B-BC7B8E33F70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ko-KR" altLang="en-US"/>
              <a:t>클릭하여 마스터 부제목 스타일 편집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8B90BDD8-A867-D28B-9655-FE7AAC5583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F8B438B-40BC-43DE-893F-D79B7ACEB373}" type="datetimeFigureOut">
              <a:rPr lang="ko-KR" altLang="en-US" smtClean="0"/>
              <a:t>2026-05-17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4822098A-FCF0-5448-3B43-93823762B3A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D7C26B38-EE61-290E-2853-B84BA460DC0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0EF000E-3ADD-4E29-A355-392C6E557980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27973196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A6E06456-F175-7132-F953-C27B0A5F99C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C16C1C42-75B4-5A01-9C60-FB4E77FE453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E94746AF-F5C4-F582-1A02-AB4968386F1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F8B438B-40BC-43DE-893F-D79B7ACEB373}" type="datetimeFigureOut">
              <a:rPr lang="ko-KR" altLang="en-US" smtClean="0"/>
              <a:t>2026-05-17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FEE4F949-13D1-C166-AE25-ABFBBE7D232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93BAF533-2120-8B42-8061-DD0A8234D65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0EF000E-3ADD-4E29-A355-392C6E557980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57920428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18A15C8E-E544-8765-E292-F6BC890C3C5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8562B884-FB75-D756-8D8F-517E6ADAC02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6FA7C71E-8AB2-7449-F81B-26F706419F7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F8B438B-40BC-43DE-893F-D79B7ACEB373}" type="datetimeFigureOut">
              <a:rPr lang="ko-KR" altLang="en-US" smtClean="0"/>
              <a:t>2026-05-17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EE8F17A9-5572-26BA-48E5-4A0612A3CC9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67DD5AD4-EECD-A61A-29E2-861C777AD86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0EF000E-3ADD-4E29-A355-392C6E557980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56723098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B74A3C28-2CC7-9739-5935-E0F7BF889B5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25CABCEE-66AC-55AA-D2F7-0C12B35BCACD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2C29A4E4-820D-07C4-DB1E-E66FCECFA63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D5602E6B-EECE-F760-7FBC-97FDC811135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F8B438B-40BC-43DE-893F-D79B7ACEB373}" type="datetimeFigureOut">
              <a:rPr lang="ko-KR" altLang="en-US" smtClean="0"/>
              <a:t>2026-05-17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F7733987-88A4-6692-FB6C-9AF475C7EB1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71A0F0A7-74EA-FD21-8E0E-6D324BAA5C2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0EF000E-3ADD-4E29-A355-392C6E557980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60883991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75335DAF-C9AD-EF32-02E0-3E982C185DF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F6FDC74D-8F71-0C42-17A6-3E9F77AC067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4C8391FB-F651-98CE-40E5-E273C8C02AF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텍스트 개체 틀 4">
            <a:extLst>
              <a:ext uri="{FF2B5EF4-FFF2-40B4-BE49-F238E27FC236}">
                <a16:creationId xmlns:a16="http://schemas.microsoft.com/office/drawing/2014/main" id="{2957951B-DE41-59D2-5565-B85D0474DDFC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6" name="내용 개체 틀 5">
            <a:extLst>
              <a:ext uri="{FF2B5EF4-FFF2-40B4-BE49-F238E27FC236}">
                <a16:creationId xmlns:a16="http://schemas.microsoft.com/office/drawing/2014/main" id="{59BD4F12-60E1-5742-5A68-6A1C61FDF300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7" name="날짜 개체 틀 6">
            <a:extLst>
              <a:ext uri="{FF2B5EF4-FFF2-40B4-BE49-F238E27FC236}">
                <a16:creationId xmlns:a16="http://schemas.microsoft.com/office/drawing/2014/main" id="{A1ECD9FF-177D-55AF-C513-396F6932E9B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F8B438B-40BC-43DE-893F-D79B7ACEB373}" type="datetimeFigureOut">
              <a:rPr lang="ko-KR" altLang="en-US" smtClean="0"/>
              <a:t>2026-05-17</a:t>
            </a:fld>
            <a:endParaRPr lang="ko-KR" altLang="en-US"/>
          </a:p>
        </p:txBody>
      </p:sp>
      <p:sp>
        <p:nvSpPr>
          <p:cNvPr id="8" name="바닥글 개체 틀 7">
            <a:extLst>
              <a:ext uri="{FF2B5EF4-FFF2-40B4-BE49-F238E27FC236}">
                <a16:creationId xmlns:a16="http://schemas.microsoft.com/office/drawing/2014/main" id="{3842DCEC-7BE0-0671-D6DD-CC65C69A559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슬라이드 번호 개체 틀 8">
            <a:extLst>
              <a:ext uri="{FF2B5EF4-FFF2-40B4-BE49-F238E27FC236}">
                <a16:creationId xmlns:a16="http://schemas.microsoft.com/office/drawing/2014/main" id="{C14970EF-A5EA-2E5D-89F8-25CB0CBDD95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0EF000E-3ADD-4E29-A355-392C6E557980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35934036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C88458F9-B28C-4F93-DBC4-0FE7AFBAB92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날짜 개체 틀 2">
            <a:extLst>
              <a:ext uri="{FF2B5EF4-FFF2-40B4-BE49-F238E27FC236}">
                <a16:creationId xmlns:a16="http://schemas.microsoft.com/office/drawing/2014/main" id="{B2714F96-3892-4F7D-9FB5-08E7949CEB0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F8B438B-40BC-43DE-893F-D79B7ACEB373}" type="datetimeFigureOut">
              <a:rPr lang="ko-KR" altLang="en-US" smtClean="0"/>
              <a:t>2026-05-17</a:t>
            </a:fld>
            <a:endParaRPr lang="ko-KR" altLang="en-US"/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8F993D9E-4331-00C8-19A1-2A133BA78B0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062EF8B2-2B15-8E6A-95D5-CDDFBFE9DD2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0EF000E-3ADD-4E29-A355-392C6E557980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76642648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>
            <a:extLst>
              <a:ext uri="{FF2B5EF4-FFF2-40B4-BE49-F238E27FC236}">
                <a16:creationId xmlns:a16="http://schemas.microsoft.com/office/drawing/2014/main" id="{1ACD5F4F-9386-D4EE-5F04-7EBE8A55B45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F8B438B-40BC-43DE-893F-D79B7ACEB373}" type="datetimeFigureOut">
              <a:rPr lang="ko-KR" altLang="en-US" smtClean="0"/>
              <a:t>2026-05-17</a:t>
            </a:fld>
            <a:endParaRPr lang="ko-KR" altLang="en-US"/>
          </a:p>
        </p:txBody>
      </p:sp>
      <p:sp>
        <p:nvSpPr>
          <p:cNvPr id="3" name="바닥글 개체 틀 2">
            <a:extLst>
              <a:ext uri="{FF2B5EF4-FFF2-40B4-BE49-F238E27FC236}">
                <a16:creationId xmlns:a16="http://schemas.microsoft.com/office/drawing/2014/main" id="{FDC5991A-4E1A-07D0-0CE5-25FE40C29BC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FEECC8A5-A500-C674-9556-45CB60804F8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0EF000E-3ADD-4E29-A355-392C6E557980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9628855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5F7DBA6D-D139-529E-5E69-C3A735F5B3B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E727B0B9-45E5-78F1-2CD1-98CA09D576D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5DDF7405-53C6-9F56-BBAE-1BBE067B4E7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8D450183-D88C-F180-07C3-293408A5233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F8B438B-40BC-43DE-893F-D79B7ACEB373}" type="datetimeFigureOut">
              <a:rPr lang="ko-KR" altLang="en-US" smtClean="0"/>
              <a:t>2026-05-17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B7483F18-D1B6-39C1-BC72-378E59EB181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366DF85A-5726-01D7-7230-9442F4A83BD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0EF000E-3ADD-4E29-A355-392C6E557980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47456240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0D443CEF-32C9-6B6F-20BA-ADDE1A07F5F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그림 개체 틀 2">
            <a:extLst>
              <a:ext uri="{FF2B5EF4-FFF2-40B4-BE49-F238E27FC236}">
                <a16:creationId xmlns:a16="http://schemas.microsoft.com/office/drawing/2014/main" id="{B3122E86-652B-DA70-E26B-0154B72CAF6B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/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EB62FD1C-6AEC-4261-AF69-AA075226EFF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6D9F2650-C174-CDAE-4744-A49EF4CCEF0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F8B438B-40BC-43DE-893F-D79B7ACEB373}" type="datetimeFigureOut">
              <a:rPr lang="ko-KR" altLang="en-US" smtClean="0"/>
              <a:t>2026-05-17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A9D6D3DB-D998-ABCA-2448-453DDD8E402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F0F22600-2B14-67F9-81F2-DE5BD76184C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0EF000E-3ADD-4E29-A355-392C6E557980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11193114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EF40E677-4CA7-3D73-7B3B-B356A475823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F64B836F-7A88-449D-1EB6-E0DCBB4B8E7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3B7BC4F3-BA4A-20F5-CE7F-6303EBD06A8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F8B438B-40BC-43DE-893F-D79B7ACEB373}" type="datetimeFigureOut">
              <a:rPr lang="ko-KR" altLang="en-US" smtClean="0"/>
              <a:t>2026-05-17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FA7648C1-75EE-3C16-ADE0-E5838FD2714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E7A44513-EE54-A9AF-7AC3-CA0CD1C9F57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0EF000E-3ADD-4E29-A355-392C6E557980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34112023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>
            <a:extLst>
              <a:ext uri="{FF2B5EF4-FFF2-40B4-BE49-F238E27FC236}">
                <a16:creationId xmlns:a16="http://schemas.microsoft.com/office/drawing/2014/main" id="{C1F676D5-145B-D13F-085F-25C96F45D907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B4505EA9-3518-895A-EEAC-26D457C7266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D6A2DC4C-1FE1-0FBC-A16C-9F640946D3D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F8B438B-40BC-43DE-893F-D79B7ACEB373}" type="datetimeFigureOut">
              <a:rPr lang="ko-KR" altLang="en-US" smtClean="0"/>
              <a:t>2026-05-17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FD9E11BD-69AC-49F2-0490-2A60547D3CC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6409991A-1B55-2558-3754-BDF4400F2F7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0EF000E-3ADD-4E29-A355-392C6E557980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50670241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>
            <a:extLst>
              <a:ext uri="{FF2B5EF4-FFF2-40B4-BE49-F238E27FC236}">
                <a16:creationId xmlns:a16="http://schemas.microsoft.com/office/drawing/2014/main" id="{121A9CEA-98F9-7098-8857-5AA8EFDEA79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D5BF2627-3B14-CB09-BA7C-18A34C71B21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6C653A8B-14E1-11E7-D2AC-C9E0EB4F1C54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F8B438B-40BC-43DE-893F-D79B7ACEB373}" type="datetimeFigureOut">
              <a:rPr lang="ko-KR" altLang="en-US" smtClean="0"/>
              <a:t>2026-05-17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9F6B4638-C059-BC89-F9C0-5CD19BFAF861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775A03D5-1275-5774-10D2-18E44E1C6A5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0EF000E-3ADD-4E29-A355-392C6E557980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26518351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0D8955B-0B05-CB29-EB16-2587A38DC1A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그룹 4">
            <a:extLst>
              <a:ext uri="{FF2B5EF4-FFF2-40B4-BE49-F238E27FC236}">
                <a16:creationId xmlns:a16="http://schemas.microsoft.com/office/drawing/2014/main" id="{9B36B05A-E4F0-CDC5-641D-9CF197CFAEDC}"/>
              </a:ext>
            </a:extLst>
          </p:cNvPr>
          <p:cNvGrpSpPr/>
          <p:nvPr/>
        </p:nvGrpSpPr>
        <p:grpSpPr>
          <a:xfrm>
            <a:off x="0" y="0"/>
            <a:ext cx="12192000" cy="382249"/>
            <a:chOff x="1" y="1"/>
            <a:chExt cx="12192000" cy="382249"/>
          </a:xfrm>
        </p:grpSpPr>
        <p:sp>
          <p:nvSpPr>
            <p:cNvPr id="6" name="직사각형 5">
              <a:extLst>
                <a:ext uri="{FF2B5EF4-FFF2-40B4-BE49-F238E27FC236}">
                  <a16:creationId xmlns:a16="http://schemas.microsoft.com/office/drawing/2014/main" id="{06A3734F-1FE7-A2EC-4F52-C170D099892B}"/>
                </a:ext>
              </a:extLst>
            </p:cNvPr>
            <p:cNvSpPr/>
            <p:nvPr/>
          </p:nvSpPr>
          <p:spPr>
            <a:xfrm>
              <a:off x="1" y="1"/>
              <a:ext cx="12192000" cy="382249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>
              <a:outerShdw blurRad="50800" dist="38100" dir="5400000" algn="t" rotWithShape="0">
                <a:prstClr val="black">
                  <a:alpha val="1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/>
            </a:p>
          </p:txBody>
        </p:sp>
        <p:sp>
          <p:nvSpPr>
            <p:cNvPr id="7" name="TextBox 6">
              <a:extLst>
                <a:ext uri="{FF2B5EF4-FFF2-40B4-BE49-F238E27FC236}">
                  <a16:creationId xmlns:a16="http://schemas.microsoft.com/office/drawing/2014/main" id="{DDA9AE67-D6A0-D37B-FAF9-C0E1E96BA71D}"/>
                </a:ext>
              </a:extLst>
            </p:cNvPr>
            <p:cNvSpPr txBox="1"/>
            <p:nvPr/>
          </p:nvSpPr>
          <p:spPr>
            <a:xfrm>
              <a:off x="1" y="60320"/>
              <a:ext cx="1653017" cy="2616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ko-KR" altLang="en-US" sz="1100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+mj-lt"/>
                </a:rPr>
                <a:t>글에 작성된 댓글 조회 </a:t>
              </a:r>
            </a:p>
          </p:txBody>
        </p:sp>
      </p:grpSp>
      <p:pic>
        <p:nvPicPr>
          <p:cNvPr id="2" name="그림 1" descr="폰트, 그래픽, 스크린샷, 그래픽 디자인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1118EBE9-5ACF-2ADE-A06C-BBE2863B091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678161" y="101125"/>
            <a:ext cx="1399807" cy="180000"/>
          </a:xfrm>
          <a:prstGeom prst="rect">
            <a:avLst/>
          </a:prstGeom>
        </p:spPr>
      </p:pic>
      <p:sp>
        <p:nvSpPr>
          <p:cNvPr id="9" name="슬라이드 번호 개체 틀 1">
            <a:extLst>
              <a:ext uri="{FF2B5EF4-FFF2-40B4-BE49-F238E27FC236}">
                <a16:creationId xmlns:a16="http://schemas.microsoft.com/office/drawing/2014/main" id="{4083E227-4912-A3E2-E924-EBFF24CA583A}"/>
              </a:ext>
            </a:extLst>
          </p:cNvPr>
          <p:cNvSpPr txBox="1">
            <a:spLocks/>
          </p:cNvSpPr>
          <p:nvPr/>
        </p:nvSpPr>
        <p:spPr>
          <a:xfrm>
            <a:off x="11379239" y="6528923"/>
            <a:ext cx="727399" cy="24198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ko-KR"/>
            </a:defPPr>
            <a:lvl1pPr marL="0" algn="r" defTabSz="914400" rtl="0" eaLnBrk="1" latinLnBrk="1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335D1A56-6F4D-40E4-9CA1-E103BA969D50}" type="slidenum">
              <a:rPr lang="ko-KR" altLang="en-US" sz="1000" smtClean="0"/>
              <a:pPr/>
              <a:t>1</a:t>
            </a:fld>
            <a:r>
              <a:rPr lang="ko-KR" altLang="en-US" sz="1000" dirty="0"/>
              <a:t> </a:t>
            </a:r>
            <a:r>
              <a:rPr lang="en-US" altLang="ko-KR" sz="1000" dirty="0"/>
              <a:t>Page</a:t>
            </a:r>
            <a:endParaRPr lang="ko-KR" altLang="en-US" sz="1000" dirty="0"/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D1ACC3FB-EDC7-1268-D632-A7903AB9E5BE}"/>
              </a:ext>
            </a:extLst>
          </p:cNvPr>
          <p:cNvSpPr txBox="1"/>
          <p:nvPr/>
        </p:nvSpPr>
        <p:spPr>
          <a:xfrm>
            <a:off x="74848" y="460341"/>
            <a:ext cx="3700052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100" dirty="0">
                <a:solidFill>
                  <a:schemeClr val="tx1">
                    <a:lumMod val="65000"/>
                    <a:lumOff val="35000"/>
                  </a:schemeClr>
                </a:solidFill>
                <a:latin typeface="+mj-lt"/>
              </a:rPr>
              <a:t>POST https://hackathon.gdgoc.net/api/comment/detail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6DB736F5-B257-309E-A93D-8DAAB63E207A}"/>
              </a:ext>
            </a:extLst>
          </p:cNvPr>
          <p:cNvSpPr txBox="1"/>
          <p:nvPr/>
        </p:nvSpPr>
        <p:spPr>
          <a:xfrm>
            <a:off x="74848" y="737342"/>
            <a:ext cx="907621" cy="2308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900" dirty="0">
                <a:solidFill>
                  <a:schemeClr val="tx1">
                    <a:lumMod val="65000"/>
                    <a:lumOff val="35000"/>
                  </a:schemeClr>
                </a:solidFill>
                <a:latin typeface="+mj-lt"/>
              </a:rPr>
              <a:t>Request</a:t>
            </a:r>
            <a:r>
              <a:rPr lang="ko-KR" altLang="en-US" sz="900" dirty="0">
                <a:solidFill>
                  <a:schemeClr val="tx1">
                    <a:lumMod val="65000"/>
                    <a:lumOff val="35000"/>
                  </a:schemeClr>
                </a:solidFill>
                <a:latin typeface="+mj-lt"/>
              </a:rPr>
              <a:t> </a:t>
            </a:r>
            <a:r>
              <a:rPr lang="en-US" altLang="ko-KR" sz="900" dirty="0">
                <a:solidFill>
                  <a:schemeClr val="tx1">
                    <a:lumMod val="65000"/>
                    <a:lumOff val="35000"/>
                  </a:schemeClr>
                </a:solidFill>
                <a:latin typeface="+mj-lt"/>
              </a:rPr>
              <a:t>Body</a:t>
            </a:r>
          </a:p>
        </p:txBody>
      </p:sp>
      <p:graphicFrame>
        <p:nvGraphicFramePr>
          <p:cNvPr id="10" name="표 9">
            <a:extLst>
              <a:ext uri="{FF2B5EF4-FFF2-40B4-BE49-F238E27FC236}">
                <a16:creationId xmlns:a16="http://schemas.microsoft.com/office/drawing/2014/main" id="{F9DD78B9-9FB4-7BCF-E153-36EA77C312A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007802474"/>
              </p:ext>
            </p:extLst>
          </p:nvPr>
        </p:nvGraphicFramePr>
        <p:xfrm>
          <a:off x="180854" y="989474"/>
          <a:ext cx="11819125" cy="64468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898663">
                  <a:extLst>
                    <a:ext uri="{9D8B030D-6E8A-4147-A177-3AD203B41FA5}">
                      <a16:colId xmlns:a16="http://schemas.microsoft.com/office/drawing/2014/main" val="3358319751"/>
                    </a:ext>
                  </a:extLst>
                </a:gridCol>
                <a:gridCol w="10920462">
                  <a:extLst>
                    <a:ext uri="{9D8B030D-6E8A-4147-A177-3AD203B41FA5}">
                      <a16:colId xmlns:a16="http://schemas.microsoft.com/office/drawing/2014/main" val="84835277"/>
                    </a:ext>
                  </a:extLst>
                </a:gridCol>
              </a:tblGrid>
              <a:tr h="152005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b="1" dirty="0"/>
                        <a:t>Content Type</a:t>
                      </a:r>
                      <a:endParaRPr lang="ko-KR" altLang="en-US" sz="800" b="1" dirty="0"/>
                    </a:p>
                  </a:txBody>
                  <a:tcPr marL="78500" marR="78500" marT="39250" marB="3925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00" dirty="0"/>
                        <a:t>JSON</a:t>
                      </a:r>
                      <a:endParaRPr lang="ko-KR" altLang="en-US" sz="800" dirty="0"/>
                    </a:p>
                  </a:txBody>
                  <a:tcPr marL="78500" marR="78500" marT="39250" marB="3925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3615353012"/>
                  </a:ext>
                </a:extLst>
              </a:tr>
              <a:tr h="304010">
                <a:tc gridSpan="2">
                  <a:txBody>
                    <a:bodyPr/>
                    <a:lstStyle/>
                    <a:p>
                      <a:pPr algn="l" latinLnBrk="1"/>
                      <a:r>
                        <a:rPr lang="en-US" altLang="ko-KR" sz="800" dirty="0"/>
                        <a:t>{</a:t>
                      </a:r>
                    </a:p>
                    <a:p>
                      <a:pPr algn="l" latinLnBrk="1"/>
                      <a:r>
                        <a:rPr lang="en-US" altLang="ko-KR" sz="800" dirty="0"/>
                        <a:t>  “</a:t>
                      </a:r>
                      <a:r>
                        <a:rPr lang="en-US" altLang="ko-KR" sz="800" dirty="0" err="1"/>
                        <a:t>didx</a:t>
                      </a:r>
                      <a:r>
                        <a:rPr lang="en-US" altLang="ko-KR" sz="800" dirty="0"/>
                        <a:t>”: int</a:t>
                      </a:r>
                    </a:p>
                    <a:p>
                      <a:pPr algn="l" latinLnBrk="1"/>
                      <a:r>
                        <a:rPr lang="en-US" altLang="ko-KR" sz="800" dirty="0"/>
                        <a:t>}</a:t>
                      </a:r>
                      <a:endParaRPr lang="ko-KR" altLang="en-US" sz="800" dirty="0"/>
                    </a:p>
                  </a:txBody>
                  <a:tcPr marL="78500" marR="78500" marT="39250" marB="3925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800" dirty="0"/>
                    </a:p>
                  </a:txBody>
                  <a:tcPr marL="78500" marR="78500" marT="39250" marB="3925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3606185459"/>
                  </a:ext>
                </a:extLst>
              </a:tr>
            </a:tbl>
          </a:graphicData>
        </a:graphic>
      </p:graphicFrame>
      <p:graphicFrame>
        <p:nvGraphicFramePr>
          <p:cNvPr id="11" name="표 10">
            <a:extLst>
              <a:ext uri="{FF2B5EF4-FFF2-40B4-BE49-F238E27FC236}">
                <a16:creationId xmlns:a16="http://schemas.microsoft.com/office/drawing/2014/main" id="{A176C4BB-7EF7-7E05-36EE-29289E43DCB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458139826"/>
              </p:ext>
            </p:extLst>
          </p:nvPr>
        </p:nvGraphicFramePr>
        <p:xfrm>
          <a:off x="180854" y="2017123"/>
          <a:ext cx="11819125" cy="344884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900000">
                  <a:extLst>
                    <a:ext uri="{9D8B030D-6E8A-4147-A177-3AD203B41FA5}">
                      <a16:colId xmlns:a16="http://schemas.microsoft.com/office/drawing/2014/main" val="3358319751"/>
                    </a:ext>
                  </a:extLst>
                </a:gridCol>
                <a:gridCol w="10919125">
                  <a:extLst>
                    <a:ext uri="{9D8B030D-6E8A-4147-A177-3AD203B41FA5}">
                      <a16:colId xmlns:a16="http://schemas.microsoft.com/office/drawing/2014/main" val="84835277"/>
                    </a:ext>
                  </a:extLst>
                </a:gridCol>
              </a:tblGrid>
              <a:tr h="152005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b="1" dirty="0"/>
                        <a:t>Content Type</a:t>
                      </a:r>
                      <a:endParaRPr lang="ko-KR" altLang="en-US" sz="800" b="1" dirty="0"/>
                    </a:p>
                  </a:txBody>
                  <a:tcPr marL="78500" marR="78500" marT="39250" marB="3925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b="0" dirty="0"/>
                        <a:t>JSON</a:t>
                      </a:r>
                      <a:endParaRPr lang="ko-KR" altLang="en-US" sz="800" b="0" dirty="0"/>
                    </a:p>
                  </a:txBody>
                  <a:tcPr marL="78500" marR="78500" marT="39250" marB="3925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3606185459"/>
                  </a:ext>
                </a:extLst>
              </a:tr>
              <a:tr h="304010">
                <a:tc gridSpan="2">
                  <a:txBody>
                    <a:bodyPr/>
                    <a:lstStyle/>
                    <a:p>
                      <a:pPr algn="l" latinLnBrk="1"/>
                      <a:r>
                        <a:rPr lang="en-US" altLang="ko-KR" sz="800" b="0" dirty="0"/>
                        <a:t>{ </a:t>
                      </a:r>
                    </a:p>
                    <a:p>
                      <a:pPr algn="l" latinLnBrk="1"/>
                      <a:r>
                        <a:rPr lang="en-US" altLang="ko-KR" sz="800" b="0" dirty="0"/>
                        <a:t>  “</a:t>
                      </a:r>
                      <a:r>
                        <a:rPr lang="en-US" altLang="ko-KR" sz="800" b="0" dirty="0" err="1"/>
                        <a:t>res_status</a:t>
                      </a:r>
                      <a:r>
                        <a:rPr lang="en-US" altLang="ko-KR" sz="800" b="0" dirty="0"/>
                        <a:t>” : true</a:t>
                      </a:r>
                    </a:p>
                    <a:p>
                      <a:pPr algn="l" latinLnBrk="1"/>
                      <a:r>
                        <a:rPr lang="en-US" altLang="ko-KR" sz="800" b="0" dirty="0"/>
                        <a:t>  “comment” : [</a:t>
                      </a:r>
                    </a:p>
                    <a:p>
                      <a:pPr algn="l" latinLnBrk="1"/>
                      <a:r>
                        <a:rPr lang="en-US" altLang="ko-KR" sz="800" b="0" dirty="0"/>
                        <a:t>     {</a:t>
                      </a:r>
                    </a:p>
                    <a:p>
                      <a:pPr algn="l" latinLnBrk="1"/>
                      <a:r>
                        <a:rPr lang="en-US" altLang="ko-KR" sz="800" b="0" dirty="0"/>
                        <a:t>       “</a:t>
                      </a:r>
                      <a:r>
                        <a:rPr lang="en-US" altLang="ko-KR" sz="800" b="0" dirty="0" err="1"/>
                        <a:t>cidx</a:t>
                      </a:r>
                      <a:r>
                        <a:rPr lang="en-US" altLang="ko-KR" sz="800" b="0" dirty="0"/>
                        <a:t>”: int,</a:t>
                      </a:r>
                    </a:p>
                    <a:p>
                      <a:pPr algn="l" latinLnBrk="1"/>
                      <a:r>
                        <a:rPr lang="en-US" altLang="ko-KR" sz="800" b="0" dirty="0"/>
                        <a:t>       “</a:t>
                      </a:r>
                      <a:r>
                        <a:rPr lang="en-US" altLang="ko-KR" sz="800" b="0" dirty="0" err="1"/>
                        <a:t>writeidx</a:t>
                      </a:r>
                      <a:r>
                        <a:rPr lang="en-US" altLang="ko-KR" sz="800" b="0" dirty="0"/>
                        <a:t>”: int,</a:t>
                      </a:r>
                    </a:p>
                    <a:p>
                      <a:pPr algn="l" latinLnBrk="1"/>
                      <a:r>
                        <a:rPr lang="en-US" altLang="ko-KR" sz="800" b="0" dirty="0"/>
                        <a:t>       “text”: “</a:t>
                      </a:r>
                      <a:r>
                        <a:rPr lang="ko-KR" altLang="en-US" sz="800" b="0" dirty="0"/>
                        <a:t>댓글 내용</a:t>
                      </a:r>
                      <a:r>
                        <a:rPr lang="en-US" altLang="ko-KR" sz="800" b="0" dirty="0"/>
                        <a:t>”</a:t>
                      </a:r>
                    </a:p>
                    <a:p>
                      <a:pPr algn="l" latinLnBrk="1"/>
                      <a:r>
                        <a:rPr lang="en-US" altLang="ko-KR" sz="800" b="0" dirty="0"/>
                        <a:t>       “reply”: [</a:t>
                      </a:r>
                    </a:p>
                    <a:p>
                      <a:pPr algn="l" latinLnBrk="1"/>
                      <a:r>
                        <a:rPr lang="en-US" altLang="ko-KR" sz="800" b="0" dirty="0"/>
                        <a:t>           {</a:t>
                      </a:r>
                    </a:p>
                    <a:p>
                      <a:pPr algn="l" latinLnBrk="1"/>
                      <a:r>
                        <a:rPr lang="en-US" altLang="ko-KR" sz="800" b="0" dirty="0"/>
                        <a:t>              “</a:t>
                      </a:r>
                      <a:r>
                        <a:rPr lang="en-US" altLang="ko-KR" sz="800" b="0" dirty="0" err="1"/>
                        <a:t>writeidx</a:t>
                      </a:r>
                      <a:r>
                        <a:rPr lang="en-US" altLang="ko-KR" sz="800" b="0" dirty="0"/>
                        <a:t>”: int,</a:t>
                      </a:r>
                    </a:p>
                    <a:p>
                      <a:pPr algn="l" latinLnBrk="1"/>
                      <a:r>
                        <a:rPr lang="en-US" altLang="ko-KR" sz="800" b="0" dirty="0"/>
                        <a:t>              “text”: “</a:t>
                      </a:r>
                      <a:r>
                        <a:rPr lang="ko-KR" altLang="en-US" sz="800" b="0" dirty="0" err="1"/>
                        <a:t>대댓글</a:t>
                      </a:r>
                      <a:r>
                        <a:rPr lang="ko-KR" altLang="en-US" sz="800" b="0" dirty="0"/>
                        <a:t> 내용</a:t>
                      </a:r>
                      <a:r>
                        <a:rPr lang="en-US" altLang="ko-KR" sz="800" b="0" dirty="0"/>
                        <a:t>“</a:t>
                      </a:r>
                    </a:p>
                    <a:p>
                      <a:pPr algn="l" latinLnBrk="1"/>
                      <a:r>
                        <a:rPr lang="en-US" altLang="ko-KR" sz="800" b="0" dirty="0"/>
                        <a:t>           },</a:t>
                      </a:r>
                    </a:p>
                    <a:p>
                      <a:pPr algn="l" latinLnBrk="1"/>
                      <a:r>
                        <a:rPr lang="en-US" altLang="ko-KR" sz="800" b="0" dirty="0"/>
                        <a:t>           {</a:t>
                      </a:r>
                    </a:p>
                    <a:p>
                      <a:pPr algn="l" latinLnBrk="1"/>
                      <a:r>
                        <a:rPr lang="en-US" altLang="ko-KR" sz="800" b="0" dirty="0"/>
                        <a:t>              “</a:t>
                      </a:r>
                      <a:r>
                        <a:rPr lang="en-US" altLang="ko-KR" sz="800" b="0" dirty="0" err="1"/>
                        <a:t>writeidx</a:t>
                      </a:r>
                      <a:r>
                        <a:rPr lang="en-US" altLang="ko-KR" sz="800" b="0" dirty="0"/>
                        <a:t>”: int,</a:t>
                      </a:r>
                    </a:p>
                    <a:p>
                      <a:pPr algn="l" latinLnBrk="1"/>
                      <a:r>
                        <a:rPr lang="en-US" altLang="ko-KR" sz="800" b="0" dirty="0"/>
                        <a:t>              “text”: “</a:t>
                      </a:r>
                      <a:r>
                        <a:rPr lang="ko-KR" altLang="en-US" sz="800" b="0" dirty="0" err="1"/>
                        <a:t>대댓글</a:t>
                      </a:r>
                      <a:r>
                        <a:rPr lang="ko-KR" altLang="en-US" sz="800" b="0" dirty="0"/>
                        <a:t> 내용</a:t>
                      </a:r>
                      <a:r>
                        <a:rPr lang="en-US" altLang="ko-KR" sz="800" b="0" dirty="0"/>
                        <a:t>“</a:t>
                      </a:r>
                    </a:p>
                    <a:p>
                      <a:pPr algn="l" latinLnBrk="1"/>
                      <a:r>
                        <a:rPr lang="en-US" altLang="ko-KR" sz="800" b="0" dirty="0"/>
                        <a:t>           }</a:t>
                      </a:r>
                    </a:p>
                    <a:p>
                      <a:pPr algn="l" latinLnBrk="1"/>
                      <a:r>
                        <a:rPr lang="en-US" altLang="ko-KR" sz="800" b="0" dirty="0"/>
                        <a:t>        ]</a:t>
                      </a:r>
                    </a:p>
                    <a:p>
                      <a:pPr algn="l" latinLnBrk="1"/>
                      <a:r>
                        <a:rPr lang="en-US" altLang="ko-KR" sz="800" b="0" dirty="0"/>
                        <a:t>     },</a:t>
                      </a:r>
                    </a:p>
                    <a:p>
                      <a:pPr algn="l" latinLnBrk="1"/>
                      <a:r>
                        <a:rPr lang="en-US" altLang="ko-KR" sz="800" b="0" dirty="0"/>
                        <a:t>     {</a:t>
                      </a:r>
                    </a:p>
                    <a:p>
                      <a:pPr algn="l" latinLnBrk="1"/>
                      <a:r>
                        <a:rPr lang="en-US" altLang="ko-KR" sz="800" b="0" dirty="0"/>
                        <a:t>       “</a:t>
                      </a:r>
                      <a:r>
                        <a:rPr lang="en-US" altLang="ko-KR" sz="800" b="0" dirty="0" err="1"/>
                        <a:t>cidx</a:t>
                      </a:r>
                      <a:r>
                        <a:rPr lang="en-US" altLang="ko-KR" sz="800" b="0" dirty="0"/>
                        <a:t>”: int,</a:t>
                      </a:r>
                    </a:p>
                    <a:p>
                      <a:pPr algn="l" latinLnBrk="1"/>
                      <a:r>
                        <a:rPr lang="en-US" altLang="ko-KR" sz="800" b="0" dirty="0"/>
                        <a:t>       “</a:t>
                      </a:r>
                      <a:r>
                        <a:rPr lang="en-US" altLang="ko-KR" sz="800" b="0" dirty="0" err="1"/>
                        <a:t>writeidx</a:t>
                      </a:r>
                      <a:r>
                        <a:rPr lang="en-US" altLang="ko-KR" sz="800" b="0" dirty="0"/>
                        <a:t>”: int,</a:t>
                      </a:r>
                    </a:p>
                    <a:p>
                      <a:pPr algn="l" latinLnBrk="1"/>
                      <a:r>
                        <a:rPr lang="en-US" altLang="ko-KR" sz="800" b="0" dirty="0"/>
                        <a:t>       “text”: “</a:t>
                      </a:r>
                      <a:r>
                        <a:rPr lang="ko-KR" altLang="en-US" sz="800" b="0" dirty="0"/>
                        <a:t>댓글 내용</a:t>
                      </a:r>
                      <a:r>
                        <a:rPr lang="en-US" altLang="ko-KR" sz="800" b="0" dirty="0"/>
                        <a:t>”</a:t>
                      </a:r>
                    </a:p>
                    <a:p>
                      <a:pPr algn="l" latinLnBrk="1"/>
                      <a:r>
                        <a:rPr lang="en-US" altLang="ko-KR" sz="800" b="0" dirty="0"/>
                        <a:t>       “reply”: []</a:t>
                      </a:r>
                    </a:p>
                    <a:p>
                      <a:pPr algn="l" latinLnBrk="1"/>
                      <a:r>
                        <a:rPr lang="en-US" altLang="ko-KR" sz="800" b="0" dirty="0"/>
                        <a:t>     },</a:t>
                      </a:r>
                    </a:p>
                    <a:p>
                      <a:pPr algn="l" latinLnBrk="1"/>
                      <a:r>
                        <a:rPr lang="en-US" altLang="ko-KR" sz="800" b="0" dirty="0"/>
                        <a:t>  ]</a:t>
                      </a:r>
                    </a:p>
                    <a:p>
                      <a:pPr algn="l" latinLnBrk="1"/>
                      <a:r>
                        <a:rPr lang="en-US" altLang="ko-KR" sz="800" b="0" dirty="0"/>
                        <a:t>}</a:t>
                      </a:r>
                    </a:p>
                  </a:txBody>
                  <a:tcPr marL="78500" marR="78500" marT="39250" marB="3925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800" dirty="0"/>
                    </a:p>
                  </a:txBody>
                  <a:tcPr marL="78500" marR="78500" marT="39250" marB="3925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839336332"/>
                  </a:ext>
                </a:extLst>
              </a:tr>
            </a:tbl>
          </a:graphicData>
        </a:graphic>
      </p:graphicFrame>
      <p:sp>
        <p:nvSpPr>
          <p:cNvPr id="14" name="TextBox 13">
            <a:extLst>
              <a:ext uri="{FF2B5EF4-FFF2-40B4-BE49-F238E27FC236}">
                <a16:creationId xmlns:a16="http://schemas.microsoft.com/office/drawing/2014/main" id="{5476A296-1AAC-35B3-2F8C-82F924FE727A}"/>
              </a:ext>
            </a:extLst>
          </p:cNvPr>
          <p:cNvSpPr txBox="1"/>
          <p:nvPr/>
        </p:nvSpPr>
        <p:spPr>
          <a:xfrm>
            <a:off x="74848" y="1764991"/>
            <a:ext cx="917239" cy="2308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900" dirty="0">
                <a:solidFill>
                  <a:schemeClr val="tx1">
                    <a:lumMod val="65000"/>
                    <a:lumOff val="35000"/>
                  </a:schemeClr>
                </a:solidFill>
                <a:latin typeface="+mj-lt"/>
              </a:rPr>
              <a:t>Response 200</a:t>
            </a:r>
          </a:p>
        </p:txBody>
      </p:sp>
      <p:graphicFrame>
        <p:nvGraphicFramePr>
          <p:cNvPr id="15" name="표 14">
            <a:extLst>
              <a:ext uri="{FF2B5EF4-FFF2-40B4-BE49-F238E27FC236}">
                <a16:creationId xmlns:a16="http://schemas.microsoft.com/office/drawing/2014/main" id="{729E4F8A-1BC0-B4A9-B6FE-AD2AC5D6781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069387251"/>
              </p:ext>
            </p:extLst>
          </p:nvPr>
        </p:nvGraphicFramePr>
        <p:xfrm>
          <a:off x="180854" y="5888175"/>
          <a:ext cx="11819125" cy="64468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900000">
                  <a:extLst>
                    <a:ext uri="{9D8B030D-6E8A-4147-A177-3AD203B41FA5}">
                      <a16:colId xmlns:a16="http://schemas.microsoft.com/office/drawing/2014/main" val="3358319751"/>
                    </a:ext>
                  </a:extLst>
                </a:gridCol>
                <a:gridCol w="10919125">
                  <a:extLst>
                    <a:ext uri="{9D8B030D-6E8A-4147-A177-3AD203B41FA5}">
                      <a16:colId xmlns:a16="http://schemas.microsoft.com/office/drawing/2014/main" val="84835277"/>
                    </a:ext>
                  </a:extLst>
                </a:gridCol>
              </a:tblGrid>
              <a:tr h="152005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b="1" dirty="0"/>
                        <a:t>Content Type</a:t>
                      </a:r>
                      <a:endParaRPr lang="ko-KR" altLang="en-US" sz="800" b="1" dirty="0"/>
                    </a:p>
                  </a:txBody>
                  <a:tcPr marL="78500" marR="78500" marT="39250" marB="3925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b="0" dirty="0"/>
                        <a:t>JSON</a:t>
                      </a:r>
                      <a:endParaRPr lang="ko-KR" altLang="en-US" sz="800" b="0" dirty="0"/>
                    </a:p>
                  </a:txBody>
                  <a:tcPr marL="78500" marR="78500" marT="39250" marB="3925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3606185459"/>
                  </a:ext>
                </a:extLst>
              </a:tr>
              <a:tr h="304010">
                <a:tc gridSpan="2">
                  <a:txBody>
                    <a:bodyPr/>
                    <a:lstStyle/>
                    <a:p>
                      <a:pPr algn="l" latinLnBrk="1"/>
                      <a:r>
                        <a:rPr lang="en-US" altLang="ko-KR" sz="800" b="0" dirty="0"/>
                        <a:t>{ </a:t>
                      </a:r>
                    </a:p>
                    <a:p>
                      <a:pPr algn="l" latinLnBrk="1"/>
                      <a:r>
                        <a:rPr lang="en-US" altLang="ko-KR" sz="800" b="0" dirty="0"/>
                        <a:t>  “</a:t>
                      </a:r>
                      <a:r>
                        <a:rPr lang="en-US" altLang="ko-KR" sz="800" b="0" dirty="0" err="1"/>
                        <a:t>res_status</a:t>
                      </a:r>
                      <a:r>
                        <a:rPr lang="en-US" altLang="ko-KR" sz="800" b="0" dirty="0"/>
                        <a:t>” : false</a:t>
                      </a:r>
                    </a:p>
                    <a:p>
                      <a:pPr algn="l" latinLnBrk="1"/>
                      <a:r>
                        <a:rPr lang="en-US" altLang="ko-KR" sz="800" b="0" dirty="0"/>
                        <a:t>}</a:t>
                      </a:r>
                      <a:endParaRPr lang="ko-KR" altLang="en-US" sz="800" b="0" dirty="0"/>
                    </a:p>
                  </a:txBody>
                  <a:tcPr marL="78500" marR="78500" marT="39250" marB="3925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800" dirty="0"/>
                    </a:p>
                  </a:txBody>
                  <a:tcPr marL="78500" marR="78500" marT="39250" marB="3925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839336332"/>
                  </a:ext>
                </a:extLst>
              </a:tr>
            </a:tbl>
          </a:graphicData>
        </a:graphic>
      </p:graphicFrame>
      <p:sp>
        <p:nvSpPr>
          <p:cNvPr id="16" name="TextBox 15">
            <a:extLst>
              <a:ext uri="{FF2B5EF4-FFF2-40B4-BE49-F238E27FC236}">
                <a16:creationId xmlns:a16="http://schemas.microsoft.com/office/drawing/2014/main" id="{72F3901C-5C4C-2ADF-995A-D63D49EAF908}"/>
              </a:ext>
            </a:extLst>
          </p:cNvPr>
          <p:cNvSpPr txBox="1"/>
          <p:nvPr/>
        </p:nvSpPr>
        <p:spPr>
          <a:xfrm>
            <a:off x="74848" y="5636043"/>
            <a:ext cx="917239" cy="2308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900" dirty="0">
                <a:solidFill>
                  <a:schemeClr val="tx1">
                    <a:lumMod val="65000"/>
                    <a:lumOff val="35000"/>
                  </a:schemeClr>
                </a:solidFill>
                <a:latin typeface="+mj-lt"/>
              </a:rPr>
              <a:t>Response 400</a:t>
            </a:r>
          </a:p>
        </p:txBody>
      </p:sp>
    </p:spTree>
    <p:extLst>
      <p:ext uri="{BB962C8B-B14F-4D97-AF65-F5344CB8AC3E}">
        <p14:creationId xmlns:p14="http://schemas.microsoft.com/office/powerpoint/2010/main" val="399229914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DD2BE2C-C599-3C7D-35C7-41A7828DEE6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그룹 4">
            <a:extLst>
              <a:ext uri="{FF2B5EF4-FFF2-40B4-BE49-F238E27FC236}">
                <a16:creationId xmlns:a16="http://schemas.microsoft.com/office/drawing/2014/main" id="{CAD7E054-BC30-4F85-6B06-DDA58995C52E}"/>
              </a:ext>
            </a:extLst>
          </p:cNvPr>
          <p:cNvGrpSpPr/>
          <p:nvPr/>
        </p:nvGrpSpPr>
        <p:grpSpPr>
          <a:xfrm>
            <a:off x="1" y="1"/>
            <a:ext cx="12192000" cy="382249"/>
            <a:chOff x="1" y="1"/>
            <a:chExt cx="12192000" cy="382249"/>
          </a:xfrm>
        </p:grpSpPr>
        <p:sp>
          <p:nvSpPr>
            <p:cNvPr id="6" name="직사각형 5">
              <a:extLst>
                <a:ext uri="{FF2B5EF4-FFF2-40B4-BE49-F238E27FC236}">
                  <a16:creationId xmlns:a16="http://schemas.microsoft.com/office/drawing/2014/main" id="{39FF79A3-30C1-F3CF-4669-C786103E8ABB}"/>
                </a:ext>
              </a:extLst>
            </p:cNvPr>
            <p:cNvSpPr/>
            <p:nvPr/>
          </p:nvSpPr>
          <p:spPr>
            <a:xfrm>
              <a:off x="1" y="1"/>
              <a:ext cx="12192000" cy="382249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>
              <a:outerShdw blurRad="50800" dist="38100" dir="5400000" algn="t" rotWithShape="0">
                <a:prstClr val="black">
                  <a:alpha val="1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/>
            </a:p>
          </p:txBody>
        </p:sp>
        <p:sp>
          <p:nvSpPr>
            <p:cNvPr id="7" name="TextBox 6">
              <a:extLst>
                <a:ext uri="{FF2B5EF4-FFF2-40B4-BE49-F238E27FC236}">
                  <a16:creationId xmlns:a16="http://schemas.microsoft.com/office/drawing/2014/main" id="{5720021B-7DDC-A253-1761-F1749670F570}"/>
                </a:ext>
              </a:extLst>
            </p:cNvPr>
            <p:cNvSpPr txBox="1"/>
            <p:nvPr/>
          </p:nvSpPr>
          <p:spPr>
            <a:xfrm>
              <a:off x="1" y="60320"/>
              <a:ext cx="798617" cy="2616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ko-KR" altLang="en-US" sz="1100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+mj-lt"/>
                </a:rPr>
                <a:t>댓글 작성</a:t>
              </a:r>
            </a:p>
          </p:txBody>
        </p:sp>
      </p:grpSp>
      <p:pic>
        <p:nvPicPr>
          <p:cNvPr id="2" name="그림 1" descr="폰트, 그래픽, 스크린샷, 그래픽 디자인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48E856B3-0715-4C89-2C0F-7BCBA87FB55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678161" y="101125"/>
            <a:ext cx="1399807" cy="180000"/>
          </a:xfrm>
          <a:prstGeom prst="rect">
            <a:avLst/>
          </a:prstGeom>
        </p:spPr>
      </p:pic>
      <p:sp>
        <p:nvSpPr>
          <p:cNvPr id="9" name="슬라이드 번호 개체 틀 1">
            <a:extLst>
              <a:ext uri="{FF2B5EF4-FFF2-40B4-BE49-F238E27FC236}">
                <a16:creationId xmlns:a16="http://schemas.microsoft.com/office/drawing/2014/main" id="{017D5C94-BB90-F825-EEA0-084FA891365F}"/>
              </a:ext>
            </a:extLst>
          </p:cNvPr>
          <p:cNvSpPr txBox="1">
            <a:spLocks/>
          </p:cNvSpPr>
          <p:nvPr/>
        </p:nvSpPr>
        <p:spPr>
          <a:xfrm>
            <a:off x="11379239" y="6528923"/>
            <a:ext cx="727399" cy="24198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ko-KR"/>
            </a:defPPr>
            <a:lvl1pPr marL="0" algn="r" defTabSz="914400" rtl="0" eaLnBrk="1" latinLnBrk="1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335D1A56-6F4D-40E4-9CA1-E103BA969D50}" type="slidenum">
              <a:rPr lang="ko-KR" altLang="en-US" sz="1000" smtClean="0"/>
              <a:pPr/>
              <a:t>2</a:t>
            </a:fld>
            <a:r>
              <a:rPr lang="ko-KR" altLang="en-US" sz="1000" dirty="0"/>
              <a:t> </a:t>
            </a:r>
            <a:r>
              <a:rPr lang="en-US" altLang="ko-KR" sz="1000" dirty="0"/>
              <a:t>Page</a:t>
            </a:r>
            <a:endParaRPr lang="ko-KR" altLang="en-US" sz="1000" dirty="0"/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A6BB6C99-3A94-0066-C7E5-24D5DDFBB8DF}"/>
              </a:ext>
            </a:extLst>
          </p:cNvPr>
          <p:cNvSpPr txBox="1"/>
          <p:nvPr/>
        </p:nvSpPr>
        <p:spPr>
          <a:xfrm>
            <a:off x="74848" y="460341"/>
            <a:ext cx="3659976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1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POST https://hackathon.gdgoc.net/api/comment/write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D9C318D9-17E4-E20E-D71B-AFEA806AA116}"/>
              </a:ext>
            </a:extLst>
          </p:cNvPr>
          <p:cNvSpPr txBox="1"/>
          <p:nvPr/>
        </p:nvSpPr>
        <p:spPr>
          <a:xfrm>
            <a:off x="74848" y="737342"/>
            <a:ext cx="907621" cy="2308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900" dirty="0">
                <a:solidFill>
                  <a:schemeClr val="tx1">
                    <a:lumMod val="65000"/>
                    <a:lumOff val="35000"/>
                  </a:schemeClr>
                </a:solidFill>
                <a:latin typeface="+mj-lt"/>
              </a:rPr>
              <a:t>Request</a:t>
            </a:r>
            <a:r>
              <a:rPr lang="ko-KR" altLang="en-US" sz="900" dirty="0">
                <a:solidFill>
                  <a:schemeClr val="tx1">
                    <a:lumMod val="65000"/>
                    <a:lumOff val="35000"/>
                  </a:schemeClr>
                </a:solidFill>
                <a:latin typeface="+mj-lt"/>
              </a:rPr>
              <a:t> </a:t>
            </a:r>
            <a:r>
              <a:rPr lang="en-US" altLang="ko-KR" sz="900" dirty="0">
                <a:solidFill>
                  <a:schemeClr val="tx1">
                    <a:lumMod val="65000"/>
                    <a:lumOff val="35000"/>
                  </a:schemeClr>
                </a:solidFill>
                <a:latin typeface="+mj-lt"/>
              </a:rPr>
              <a:t>Body</a:t>
            </a:r>
          </a:p>
        </p:txBody>
      </p:sp>
      <p:graphicFrame>
        <p:nvGraphicFramePr>
          <p:cNvPr id="21" name="표 20">
            <a:extLst>
              <a:ext uri="{FF2B5EF4-FFF2-40B4-BE49-F238E27FC236}">
                <a16:creationId xmlns:a16="http://schemas.microsoft.com/office/drawing/2014/main" id="{134032EC-0335-6A20-785D-C811CF3C3F9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600794352"/>
              </p:ext>
            </p:extLst>
          </p:nvPr>
        </p:nvGraphicFramePr>
        <p:xfrm>
          <a:off x="180854" y="989474"/>
          <a:ext cx="11819125" cy="88852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898663">
                  <a:extLst>
                    <a:ext uri="{9D8B030D-6E8A-4147-A177-3AD203B41FA5}">
                      <a16:colId xmlns:a16="http://schemas.microsoft.com/office/drawing/2014/main" val="3358319751"/>
                    </a:ext>
                  </a:extLst>
                </a:gridCol>
                <a:gridCol w="10920462">
                  <a:extLst>
                    <a:ext uri="{9D8B030D-6E8A-4147-A177-3AD203B41FA5}">
                      <a16:colId xmlns:a16="http://schemas.microsoft.com/office/drawing/2014/main" val="84835277"/>
                    </a:ext>
                  </a:extLst>
                </a:gridCol>
              </a:tblGrid>
              <a:tr h="152005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b="1" dirty="0"/>
                        <a:t>Content Type</a:t>
                      </a:r>
                      <a:endParaRPr lang="ko-KR" altLang="en-US" sz="800" b="1" dirty="0"/>
                    </a:p>
                  </a:txBody>
                  <a:tcPr marL="78500" marR="78500" marT="39250" marB="3925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00" dirty="0"/>
                        <a:t>JSON</a:t>
                      </a:r>
                      <a:endParaRPr lang="ko-KR" altLang="en-US" sz="800" dirty="0"/>
                    </a:p>
                  </a:txBody>
                  <a:tcPr marL="78500" marR="78500" marT="39250" marB="3925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3615353012"/>
                  </a:ext>
                </a:extLst>
              </a:tr>
              <a:tr h="304010">
                <a:tc gridSpan="2">
                  <a:txBody>
                    <a:bodyPr/>
                    <a:lstStyle/>
                    <a:p>
                      <a:pPr algn="l" latinLnBrk="1"/>
                      <a:r>
                        <a:rPr lang="en-US" altLang="ko-KR" sz="800" dirty="0"/>
                        <a:t>{</a:t>
                      </a:r>
                    </a:p>
                    <a:p>
                      <a:pPr algn="l" latinLnBrk="1"/>
                      <a:r>
                        <a:rPr lang="en-US" altLang="ko-KR" sz="800" dirty="0"/>
                        <a:t>  “</a:t>
                      </a:r>
                      <a:r>
                        <a:rPr lang="en-US" altLang="ko-KR" sz="800" dirty="0" err="1"/>
                        <a:t>uidx</a:t>
                      </a:r>
                      <a:r>
                        <a:rPr lang="en-US" altLang="ko-KR" sz="800" dirty="0"/>
                        <a:t>”: int,</a:t>
                      </a:r>
                    </a:p>
                    <a:p>
                      <a:pPr algn="l" latinLnBrk="1"/>
                      <a:r>
                        <a:rPr lang="en-US" altLang="ko-KR" sz="800" dirty="0"/>
                        <a:t>  “</a:t>
                      </a:r>
                      <a:r>
                        <a:rPr lang="en-US" altLang="ko-KR" sz="800" dirty="0" err="1"/>
                        <a:t>didx</a:t>
                      </a:r>
                      <a:r>
                        <a:rPr lang="en-US" altLang="ko-KR" sz="800" dirty="0"/>
                        <a:t>”: int,</a:t>
                      </a:r>
                    </a:p>
                    <a:p>
                      <a:pPr algn="l" latinLnBrk="1"/>
                      <a:r>
                        <a:rPr lang="en-US" altLang="ko-KR" sz="800" dirty="0"/>
                        <a:t>  “test”: “</a:t>
                      </a:r>
                      <a:r>
                        <a:rPr lang="ko-KR" altLang="en-US" sz="800" dirty="0"/>
                        <a:t>댓글 작성</a:t>
                      </a:r>
                      <a:r>
                        <a:rPr lang="en-US" altLang="ko-KR" sz="800" dirty="0"/>
                        <a:t>“</a:t>
                      </a:r>
                    </a:p>
                    <a:p>
                      <a:pPr algn="l" latinLnBrk="1"/>
                      <a:r>
                        <a:rPr lang="en-US" altLang="ko-KR" sz="800" dirty="0"/>
                        <a:t>}</a:t>
                      </a:r>
                      <a:endParaRPr lang="ko-KR" altLang="en-US" sz="800" dirty="0"/>
                    </a:p>
                  </a:txBody>
                  <a:tcPr marL="78500" marR="78500" marT="39250" marB="3925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800" dirty="0"/>
                    </a:p>
                  </a:txBody>
                  <a:tcPr marL="78500" marR="78500" marT="39250" marB="3925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3606185459"/>
                  </a:ext>
                </a:extLst>
              </a:tr>
            </a:tbl>
          </a:graphicData>
        </a:graphic>
      </p:graphicFrame>
      <p:graphicFrame>
        <p:nvGraphicFramePr>
          <p:cNvPr id="3" name="표 2">
            <a:extLst>
              <a:ext uri="{FF2B5EF4-FFF2-40B4-BE49-F238E27FC236}">
                <a16:creationId xmlns:a16="http://schemas.microsoft.com/office/drawing/2014/main" id="{20DB5A8D-3412-5A90-343C-1FA5AFE8EFA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577331907"/>
              </p:ext>
            </p:extLst>
          </p:nvPr>
        </p:nvGraphicFramePr>
        <p:xfrm>
          <a:off x="180854" y="2329293"/>
          <a:ext cx="11819125" cy="76660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900000">
                  <a:extLst>
                    <a:ext uri="{9D8B030D-6E8A-4147-A177-3AD203B41FA5}">
                      <a16:colId xmlns:a16="http://schemas.microsoft.com/office/drawing/2014/main" val="3358319751"/>
                    </a:ext>
                  </a:extLst>
                </a:gridCol>
                <a:gridCol w="10919125">
                  <a:extLst>
                    <a:ext uri="{9D8B030D-6E8A-4147-A177-3AD203B41FA5}">
                      <a16:colId xmlns:a16="http://schemas.microsoft.com/office/drawing/2014/main" val="84835277"/>
                    </a:ext>
                  </a:extLst>
                </a:gridCol>
              </a:tblGrid>
              <a:tr h="152005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b="1" dirty="0"/>
                        <a:t>Content Type</a:t>
                      </a:r>
                      <a:endParaRPr lang="ko-KR" altLang="en-US" sz="800" b="1" dirty="0"/>
                    </a:p>
                  </a:txBody>
                  <a:tcPr marL="78500" marR="78500" marT="39250" marB="3925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b="0" dirty="0"/>
                        <a:t>JSON</a:t>
                      </a:r>
                      <a:endParaRPr lang="ko-KR" altLang="en-US" sz="800" b="0" dirty="0"/>
                    </a:p>
                  </a:txBody>
                  <a:tcPr marL="78500" marR="78500" marT="39250" marB="3925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3606185459"/>
                  </a:ext>
                </a:extLst>
              </a:tr>
              <a:tr h="304010">
                <a:tc gridSpan="2">
                  <a:txBody>
                    <a:bodyPr/>
                    <a:lstStyle/>
                    <a:p>
                      <a:pPr algn="l" latinLnBrk="1"/>
                      <a:r>
                        <a:rPr lang="en-US" altLang="ko-KR" sz="800" b="0" dirty="0"/>
                        <a:t>{ </a:t>
                      </a:r>
                    </a:p>
                    <a:p>
                      <a:pPr algn="l" latinLnBrk="1"/>
                      <a:r>
                        <a:rPr lang="en-US" altLang="ko-KR" sz="800" b="0" dirty="0"/>
                        <a:t>  “</a:t>
                      </a:r>
                      <a:r>
                        <a:rPr lang="en-US" altLang="ko-KR" sz="800" b="0" dirty="0" err="1"/>
                        <a:t>res_status</a:t>
                      </a:r>
                      <a:r>
                        <a:rPr lang="en-US" altLang="ko-KR" sz="800" b="0" dirty="0"/>
                        <a:t>” : true,</a:t>
                      </a:r>
                    </a:p>
                    <a:p>
                      <a:pPr algn="l" latinLnBrk="1"/>
                      <a:r>
                        <a:rPr lang="en-US" altLang="ko-KR" sz="800" b="0" dirty="0"/>
                        <a:t>  “</a:t>
                      </a:r>
                      <a:r>
                        <a:rPr lang="en-US" altLang="ko-KR" sz="800" b="0" dirty="0" err="1"/>
                        <a:t>cidx</a:t>
                      </a:r>
                      <a:r>
                        <a:rPr lang="en-US" altLang="ko-KR" sz="800" b="0" dirty="0"/>
                        <a:t>”: int</a:t>
                      </a:r>
                    </a:p>
                    <a:p>
                      <a:pPr algn="l" latinLnBrk="1"/>
                      <a:r>
                        <a:rPr lang="en-US" altLang="ko-KR" sz="800" b="0" dirty="0"/>
                        <a:t>}</a:t>
                      </a:r>
                      <a:endParaRPr lang="ko-KR" altLang="en-US" sz="800" b="0" dirty="0"/>
                    </a:p>
                  </a:txBody>
                  <a:tcPr marL="78500" marR="78500" marT="39250" marB="3925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800" dirty="0"/>
                    </a:p>
                  </a:txBody>
                  <a:tcPr marL="78500" marR="78500" marT="39250" marB="3925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839336332"/>
                  </a:ext>
                </a:extLst>
              </a:tr>
            </a:tbl>
          </a:graphicData>
        </a:graphic>
      </p:graphicFrame>
      <p:sp>
        <p:nvSpPr>
          <p:cNvPr id="4" name="TextBox 3">
            <a:extLst>
              <a:ext uri="{FF2B5EF4-FFF2-40B4-BE49-F238E27FC236}">
                <a16:creationId xmlns:a16="http://schemas.microsoft.com/office/drawing/2014/main" id="{1E44A06A-F482-7F8A-A0D5-2D4621E956BE}"/>
              </a:ext>
            </a:extLst>
          </p:cNvPr>
          <p:cNvSpPr txBox="1"/>
          <p:nvPr/>
        </p:nvSpPr>
        <p:spPr>
          <a:xfrm>
            <a:off x="74848" y="2077161"/>
            <a:ext cx="917239" cy="2308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900" dirty="0">
                <a:solidFill>
                  <a:schemeClr val="tx1">
                    <a:lumMod val="65000"/>
                    <a:lumOff val="35000"/>
                  </a:schemeClr>
                </a:solidFill>
                <a:latin typeface="+mj-lt"/>
              </a:rPr>
              <a:t>Response 200</a:t>
            </a:r>
          </a:p>
        </p:txBody>
      </p:sp>
      <p:graphicFrame>
        <p:nvGraphicFramePr>
          <p:cNvPr id="11" name="표 10">
            <a:extLst>
              <a:ext uri="{FF2B5EF4-FFF2-40B4-BE49-F238E27FC236}">
                <a16:creationId xmlns:a16="http://schemas.microsoft.com/office/drawing/2014/main" id="{E223B12B-2006-7940-71B6-8EB84AEFBB7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273817685"/>
              </p:ext>
            </p:extLst>
          </p:nvPr>
        </p:nvGraphicFramePr>
        <p:xfrm>
          <a:off x="180854" y="3548493"/>
          <a:ext cx="11819125" cy="64468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900000">
                  <a:extLst>
                    <a:ext uri="{9D8B030D-6E8A-4147-A177-3AD203B41FA5}">
                      <a16:colId xmlns:a16="http://schemas.microsoft.com/office/drawing/2014/main" val="3358319751"/>
                    </a:ext>
                  </a:extLst>
                </a:gridCol>
                <a:gridCol w="10919125">
                  <a:extLst>
                    <a:ext uri="{9D8B030D-6E8A-4147-A177-3AD203B41FA5}">
                      <a16:colId xmlns:a16="http://schemas.microsoft.com/office/drawing/2014/main" val="84835277"/>
                    </a:ext>
                  </a:extLst>
                </a:gridCol>
              </a:tblGrid>
              <a:tr h="152005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b="1" dirty="0"/>
                        <a:t>Content Type</a:t>
                      </a:r>
                      <a:endParaRPr lang="ko-KR" altLang="en-US" sz="800" b="1" dirty="0"/>
                    </a:p>
                  </a:txBody>
                  <a:tcPr marL="78500" marR="78500" marT="39250" marB="3925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b="0" dirty="0"/>
                        <a:t>JSON</a:t>
                      </a:r>
                      <a:endParaRPr lang="ko-KR" altLang="en-US" sz="800" b="0" dirty="0"/>
                    </a:p>
                  </a:txBody>
                  <a:tcPr marL="78500" marR="78500" marT="39250" marB="3925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3606185459"/>
                  </a:ext>
                </a:extLst>
              </a:tr>
              <a:tr h="304010">
                <a:tc gridSpan="2">
                  <a:txBody>
                    <a:bodyPr/>
                    <a:lstStyle/>
                    <a:p>
                      <a:pPr algn="l" latinLnBrk="1"/>
                      <a:r>
                        <a:rPr lang="en-US" altLang="ko-KR" sz="800" b="0" dirty="0"/>
                        <a:t>{ </a:t>
                      </a:r>
                    </a:p>
                    <a:p>
                      <a:pPr algn="l" latinLnBrk="1"/>
                      <a:r>
                        <a:rPr lang="en-US" altLang="ko-KR" sz="800" b="0" dirty="0"/>
                        <a:t>  “</a:t>
                      </a:r>
                      <a:r>
                        <a:rPr lang="en-US" altLang="ko-KR" sz="800" b="0" dirty="0" err="1"/>
                        <a:t>res_status</a:t>
                      </a:r>
                      <a:r>
                        <a:rPr lang="en-US" altLang="ko-KR" sz="800" b="0" dirty="0"/>
                        <a:t>” : false</a:t>
                      </a:r>
                    </a:p>
                    <a:p>
                      <a:pPr algn="l" latinLnBrk="1"/>
                      <a:r>
                        <a:rPr lang="en-US" altLang="ko-KR" sz="800" b="0" dirty="0"/>
                        <a:t>}</a:t>
                      </a:r>
                      <a:endParaRPr lang="ko-KR" altLang="en-US" sz="800" b="0" dirty="0"/>
                    </a:p>
                  </a:txBody>
                  <a:tcPr marL="78500" marR="78500" marT="39250" marB="3925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800" dirty="0"/>
                    </a:p>
                  </a:txBody>
                  <a:tcPr marL="78500" marR="78500" marT="39250" marB="3925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839336332"/>
                  </a:ext>
                </a:extLst>
              </a:tr>
            </a:tbl>
          </a:graphicData>
        </a:graphic>
      </p:graphicFrame>
      <p:sp>
        <p:nvSpPr>
          <p:cNvPr id="12" name="TextBox 11">
            <a:extLst>
              <a:ext uri="{FF2B5EF4-FFF2-40B4-BE49-F238E27FC236}">
                <a16:creationId xmlns:a16="http://schemas.microsoft.com/office/drawing/2014/main" id="{05E9A2F4-7B9B-6743-EA20-09E7CBB8D6C2}"/>
              </a:ext>
            </a:extLst>
          </p:cNvPr>
          <p:cNvSpPr txBox="1"/>
          <p:nvPr/>
        </p:nvSpPr>
        <p:spPr>
          <a:xfrm>
            <a:off x="74848" y="3296361"/>
            <a:ext cx="917239" cy="2308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900" dirty="0">
                <a:solidFill>
                  <a:schemeClr val="tx1">
                    <a:lumMod val="65000"/>
                    <a:lumOff val="35000"/>
                  </a:schemeClr>
                </a:solidFill>
                <a:latin typeface="+mj-lt"/>
              </a:rPr>
              <a:t>Response 400</a:t>
            </a:r>
          </a:p>
        </p:txBody>
      </p:sp>
    </p:spTree>
    <p:extLst>
      <p:ext uri="{BB962C8B-B14F-4D97-AF65-F5344CB8AC3E}">
        <p14:creationId xmlns:p14="http://schemas.microsoft.com/office/powerpoint/2010/main" val="305236690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160B627-5BFB-FEE0-DDEC-73194C00FCB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그룹 4">
            <a:extLst>
              <a:ext uri="{FF2B5EF4-FFF2-40B4-BE49-F238E27FC236}">
                <a16:creationId xmlns:a16="http://schemas.microsoft.com/office/drawing/2014/main" id="{6A440F4F-2996-5DE3-F544-AF18D7EC3660}"/>
              </a:ext>
            </a:extLst>
          </p:cNvPr>
          <p:cNvGrpSpPr/>
          <p:nvPr/>
        </p:nvGrpSpPr>
        <p:grpSpPr>
          <a:xfrm>
            <a:off x="1" y="1"/>
            <a:ext cx="12192000" cy="382249"/>
            <a:chOff x="1" y="1"/>
            <a:chExt cx="12192000" cy="382249"/>
          </a:xfrm>
        </p:grpSpPr>
        <p:sp>
          <p:nvSpPr>
            <p:cNvPr id="6" name="직사각형 5">
              <a:extLst>
                <a:ext uri="{FF2B5EF4-FFF2-40B4-BE49-F238E27FC236}">
                  <a16:creationId xmlns:a16="http://schemas.microsoft.com/office/drawing/2014/main" id="{25C04B57-5E75-C88C-8ABD-0AE263418949}"/>
                </a:ext>
              </a:extLst>
            </p:cNvPr>
            <p:cNvSpPr/>
            <p:nvPr/>
          </p:nvSpPr>
          <p:spPr>
            <a:xfrm>
              <a:off x="1" y="1"/>
              <a:ext cx="12192000" cy="382249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>
              <a:outerShdw blurRad="50800" dist="38100" dir="5400000" algn="t" rotWithShape="0">
                <a:prstClr val="black">
                  <a:alpha val="1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/>
            </a:p>
          </p:txBody>
        </p:sp>
        <p:sp>
          <p:nvSpPr>
            <p:cNvPr id="7" name="TextBox 6">
              <a:extLst>
                <a:ext uri="{FF2B5EF4-FFF2-40B4-BE49-F238E27FC236}">
                  <a16:creationId xmlns:a16="http://schemas.microsoft.com/office/drawing/2014/main" id="{8A22D030-74C2-0A9A-BCB0-049D718D3E84}"/>
                </a:ext>
              </a:extLst>
            </p:cNvPr>
            <p:cNvSpPr txBox="1"/>
            <p:nvPr/>
          </p:nvSpPr>
          <p:spPr>
            <a:xfrm>
              <a:off x="1" y="60320"/>
              <a:ext cx="939681" cy="2616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ko-KR" altLang="en-US" sz="1100" dirty="0" err="1">
                  <a:solidFill>
                    <a:schemeClr val="tx1">
                      <a:lumMod val="65000"/>
                      <a:lumOff val="35000"/>
                    </a:schemeClr>
                  </a:solidFill>
                  <a:latin typeface="+mj-lt"/>
                </a:rPr>
                <a:t>대댓글</a:t>
              </a:r>
              <a:r>
                <a:rPr lang="ko-KR" altLang="en-US" sz="1100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+mj-lt"/>
                </a:rPr>
                <a:t> 작성</a:t>
              </a:r>
            </a:p>
          </p:txBody>
        </p:sp>
      </p:grpSp>
      <p:pic>
        <p:nvPicPr>
          <p:cNvPr id="2" name="그림 1" descr="폰트, 그래픽, 스크린샷, 그래픽 디자인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944D5305-EE05-730B-3BFF-608D54C1DF9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678161" y="101125"/>
            <a:ext cx="1399807" cy="180000"/>
          </a:xfrm>
          <a:prstGeom prst="rect">
            <a:avLst/>
          </a:prstGeom>
        </p:spPr>
      </p:pic>
      <p:sp>
        <p:nvSpPr>
          <p:cNvPr id="9" name="슬라이드 번호 개체 틀 1">
            <a:extLst>
              <a:ext uri="{FF2B5EF4-FFF2-40B4-BE49-F238E27FC236}">
                <a16:creationId xmlns:a16="http://schemas.microsoft.com/office/drawing/2014/main" id="{FEEBAC5E-23A2-C8D0-BEBC-7A0E1D0182C3}"/>
              </a:ext>
            </a:extLst>
          </p:cNvPr>
          <p:cNvSpPr txBox="1">
            <a:spLocks/>
          </p:cNvSpPr>
          <p:nvPr/>
        </p:nvSpPr>
        <p:spPr>
          <a:xfrm>
            <a:off x="11379239" y="6528923"/>
            <a:ext cx="727399" cy="24198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ko-KR"/>
            </a:defPPr>
            <a:lvl1pPr marL="0" algn="r" defTabSz="914400" rtl="0" eaLnBrk="1" latinLnBrk="1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335D1A56-6F4D-40E4-9CA1-E103BA969D50}" type="slidenum">
              <a:rPr lang="ko-KR" altLang="en-US" sz="1000" smtClean="0"/>
              <a:pPr/>
              <a:t>3</a:t>
            </a:fld>
            <a:r>
              <a:rPr lang="ko-KR" altLang="en-US" sz="1000" dirty="0"/>
              <a:t> </a:t>
            </a:r>
            <a:r>
              <a:rPr lang="en-US" altLang="ko-KR" sz="1000" dirty="0"/>
              <a:t>Page</a:t>
            </a:r>
            <a:endParaRPr lang="ko-KR" altLang="en-US" sz="1000" dirty="0"/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E7DDF4A2-0354-65FF-31CD-62571AA02652}"/>
              </a:ext>
            </a:extLst>
          </p:cNvPr>
          <p:cNvSpPr txBox="1"/>
          <p:nvPr/>
        </p:nvSpPr>
        <p:spPr>
          <a:xfrm>
            <a:off x="74848" y="460341"/>
            <a:ext cx="4011034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1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POST https://hackathon.gdgoc.net/api/comment/writeReply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FD4BE63D-7028-B80E-3337-0ACA005BCBC9}"/>
              </a:ext>
            </a:extLst>
          </p:cNvPr>
          <p:cNvSpPr txBox="1"/>
          <p:nvPr/>
        </p:nvSpPr>
        <p:spPr>
          <a:xfrm>
            <a:off x="74848" y="737342"/>
            <a:ext cx="907621" cy="2308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900" dirty="0">
                <a:solidFill>
                  <a:schemeClr val="tx1">
                    <a:lumMod val="65000"/>
                    <a:lumOff val="35000"/>
                  </a:schemeClr>
                </a:solidFill>
                <a:latin typeface="+mj-lt"/>
              </a:rPr>
              <a:t>Request</a:t>
            </a:r>
            <a:r>
              <a:rPr lang="ko-KR" altLang="en-US" sz="900" dirty="0">
                <a:solidFill>
                  <a:schemeClr val="tx1">
                    <a:lumMod val="65000"/>
                    <a:lumOff val="35000"/>
                  </a:schemeClr>
                </a:solidFill>
                <a:latin typeface="+mj-lt"/>
              </a:rPr>
              <a:t> </a:t>
            </a:r>
            <a:r>
              <a:rPr lang="en-US" altLang="ko-KR" sz="900" dirty="0">
                <a:solidFill>
                  <a:schemeClr val="tx1">
                    <a:lumMod val="65000"/>
                    <a:lumOff val="35000"/>
                  </a:schemeClr>
                </a:solidFill>
                <a:latin typeface="+mj-lt"/>
              </a:rPr>
              <a:t>Body</a:t>
            </a:r>
          </a:p>
        </p:txBody>
      </p:sp>
      <p:graphicFrame>
        <p:nvGraphicFramePr>
          <p:cNvPr id="21" name="표 20">
            <a:extLst>
              <a:ext uri="{FF2B5EF4-FFF2-40B4-BE49-F238E27FC236}">
                <a16:creationId xmlns:a16="http://schemas.microsoft.com/office/drawing/2014/main" id="{06DD25D9-CF3A-5B5C-E78D-876B88FD77C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54067769"/>
              </p:ext>
            </p:extLst>
          </p:nvPr>
        </p:nvGraphicFramePr>
        <p:xfrm>
          <a:off x="180854" y="989474"/>
          <a:ext cx="11819125" cy="88852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898663">
                  <a:extLst>
                    <a:ext uri="{9D8B030D-6E8A-4147-A177-3AD203B41FA5}">
                      <a16:colId xmlns:a16="http://schemas.microsoft.com/office/drawing/2014/main" val="3358319751"/>
                    </a:ext>
                  </a:extLst>
                </a:gridCol>
                <a:gridCol w="10920462">
                  <a:extLst>
                    <a:ext uri="{9D8B030D-6E8A-4147-A177-3AD203B41FA5}">
                      <a16:colId xmlns:a16="http://schemas.microsoft.com/office/drawing/2014/main" val="84835277"/>
                    </a:ext>
                  </a:extLst>
                </a:gridCol>
              </a:tblGrid>
              <a:tr h="152005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b="1" dirty="0"/>
                        <a:t>Content Type</a:t>
                      </a:r>
                      <a:endParaRPr lang="ko-KR" altLang="en-US" sz="800" b="1" dirty="0"/>
                    </a:p>
                  </a:txBody>
                  <a:tcPr marL="78500" marR="78500" marT="39250" marB="3925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00" dirty="0"/>
                        <a:t>JSON</a:t>
                      </a:r>
                      <a:endParaRPr lang="ko-KR" altLang="en-US" sz="800" dirty="0"/>
                    </a:p>
                  </a:txBody>
                  <a:tcPr marL="78500" marR="78500" marT="39250" marB="3925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3615353012"/>
                  </a:ext>
                </a:extLst>
              </a:tr>
              <a:tr h="304010">
                <a:tc gridSpan="2">
                  <a:txBody>
                    <a:bodyPr/>
                    <a:lstStyle/>
                    <a:p>
                      <a:pPr algn="l" latinLnBrk="1"/>
                      <a:r>
                        <a:rPr lang="en-US" altLang="ko-KR" sz="800" dirty="0"/>
                        <a:t>{</a:t>
                      </a:r>
                    </a:p>
                    <a:p>
                      <a:pPr algn="l" latinLnBrk="1"/>
                      <a:r>
                        <a:rPr lang="en-US" altLang="ko-KR" sz="800" dirty="0"/>
                        <a:t>  “</a:t>
                      </a:r>
                      <a:r>
                        <a:rPr lang="en-US" altLang="ko-KR" sz="800" dirty="0" err="1"/>
                        <a:t>uidx</a:t>
                      </a:r>
                      <a:r>
                        <a:rPr lang="en-US" altLang="ko-KR" sz="800" dirty="0"/>
                        <a:t>”: int,</a:t>
                      </a:r>
                    </a:p>
                    <a:p>
                      <a:pPr algn="l" latinLnBrk="1"/>
                      <a:r>
                        <a:rPr lang="en-US" altLang="ko-KR" sz="800" dirty="0"/>
                        <a:t>  “</a:t>
                      </a:r>
                      <a:r>
                        <a:rPr lang="en-US" altLang="ko-KR" sz="800" dirty="0" err="1"/>
                        <a:t>cidx</a:t>
                      </a:r>
                      <a:r>
                        <a:rPr lang="en-US" altLang="ko-KR" sz="800" dirty="0"/>
                        <a:t>”: int,</a:t>
                      </a:r>
                    </a:p>
                    <a:p>
                      <a:pPr algn="l" latinLnBrk="1"/>
                      <a:r>
                        <a:rPr lang="en-US" altLang="ko-KR" sz="800" dirty="0"/>
                        <a:t>  “test”: “</a:t>
                      </a:r>
                      <a:r>
                        <a:rPr lang="ko-KR" altLang="en-US" sz="800" dirty="0" err="1"/>
                        <a:t>대댓글</a:t>
                      </a:r>
                      <a:r>
                        <a:rPr lang="ko-KR" altLang="en-US" sz="800" dirty="0"/>
                        <a:t> 작성</a:t>
                      </a:r>
                      <a:r>
                        <a:rPr lang="en-US" altLang="ko-KR" sz="800" dirty="0"/>
                        <a:t>“</a:t>
                      </a:r>
                    </a:p>
                    <a:p>
                      <a:pPr algn="l" latinLnBrk="1"/>
                      <a:r>
                        <a:rPr lang="en-US" altLang="ko-KR" sz="800" dirty="0"/>
                        <a:t>}</a:t>
                      </a:r>
                      <a:endParaRPr lang="ko-KR" altLang="en-US" sz="800" dirty="0"/>
                    </a:p>
                  </a:txBody>
                  <a:tcPr marL="78500" marR="78500" marT="39250" marB="3925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800" dirty="0"/>
                    </a:p>
                  </a:txBody>
                  <a:tcPr marL="78500" marR="78500" marT="39250" marB="3925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3606185459"/>
                  </a:ext>
                </a:extLst>
              </a:tr>
            </a:tbl>
          </a:graphicData>
        </a:graphic>
      </p:graphicFrame>
      <p:graphicFrame>
        <p:nvGraphicFramePr>
          <p:cNvPr id="3" name="표 2">
            <a:extLst>
              <a:ext uri="{FF2B5EF4-FFF2-40B4-BE49-F238E27FC236}">
                <a16:creationId xmlns:a16="http://schemas.microsoft.com/office/drawing/2014/main" id="{A8AC8613-76B8-2F04-BCE5-CDB3363D5A2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912816359"/>
              </p:ext>
            </p:extLst>
          </p:nvPr>
        </p:nvGraphicFramePr>
        <p:xfrm>
          <a:off x="180854" y="2329293"/>
          <a:ext cx="11819125" cy="64468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900000">
                  <a:extLst>
                    <a:ext uri="{9D8B030D-6E8A-4147-A177-3AD203B41FA5}">
                      <a16:colId xmlns:a16="http://schemas.microsoft.com/office/drawing/2014/main" val="3358319751"/>
                    </a:ext>
                  </a:extLst>
                </a:gridCol>
                <a:gridCol w="10919125">
                  <a:extLst>
                    <a:ext uri="{9D8B030D-6E8A-4147-A177-3AD203B41FA5}">
                      <a16:colId xmlns:a16="http://schemas.microsoft.com/office/drawing/2014/main" val="84835277"/>
                    </a:ext>
                  </a:extLst>
                </a:gridCol>
              </a:tblGrid>
              <a:tr h="152005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b="1" dirty="0"/>
                        <a:t>Content Type</a:t>
                      </a:r>
                      <a:endParaRPr lang="ko-KR" altLang="en-US" sz="800" b="1" dirty="0"/>
                    </a:p>
                  </a:txBody>
                  <a:tcPr marL="78500" marR="78500" marT="39250" marB="3925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b="0" dirty="0"/>
                        <a:t>JSON</a:t>
                      </a:r>
                      <a:endParaRPr lang="ko-KR" altLang="en-US" sz="800" b="0" dirty="0"/>
                    </a:p>
                  </a:txBody>
                  <a:tcPr marL="78500" marR="78500" marT="39250" marB="3925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3606185459"/>
                  </a:ext>
                </a:extLst>
              </a:tr>
              <a:tr h="304010">
                <a:tc gridSpan="2">
                  <a:txBody>
                    <a:bodyPr/>
                    <a:lstStyle/>
                    <a:p>
                      <a:pPr algn="l" latinLnBrk="1"/>
                      <a:r>
                        <a:rPr lang="en-US" altLang="ko-KR" sz="800" b="0" dirty="0"/>
                        <a:t>{ </a:t>
                      </a:r>
                    </a:p>
                    <a:p>
                      <a:pPr algn="l" latinLnBrk="1"/>
                      <a:r>
                        <a:rPr lang="en-US" altLang="ko-KR" sz="800" b="0" dirty="0"/>
                        <a:t>  “</a:t>
                      </a:r>
                      <a:r>
                        <a:rPr lang="en-US" altLang="ko-KR" sz="800" b="0" dirty="0" err="1"/>
                        <a:t>res_status</a:t>
                      </a:r>
                      <a:r>
                        <a:rPr lang="en-US" altLang="ko-KR" sz="800" b="0" dirty="0"/>
                        <a:t>” : true,</a:t>
                      </a:r>
                    </a:p>
                    <a:p>
                      <a:pPr algn="l" latinLnBrk="1"/>
                      <a:r>
                        <a:rPr lang="en-US" altLang="ko-KR" sz="800" b="0" dirty="0"/>
                        <a:t>}</a:t>
                      </a:r>
                      <a:endParaRPr lang="ko-KR" altLang="en-US" sz="800" b="0" dirty="0"/>
                    </a:p>
                  </a:txBody>
                  <a:tcPr marL="78500" marR="78500" marT="39250" marB="3925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800" dirty="0"/>
                    </a:p>
                  </a:txBody>
                  <a:tcPr marL="78500" marR="78500" marT="39250" marB="3925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839336332"/>
                  </a:ext>
                </a:extLst>
              </a:tr>
            </a:tbl>
          </a:graphicData>
        </a:graphic>
      </p:graphicFrame>
      <p:sp>
        <p:nvSpPr>
          <p:cNvPr id="4" name="TextBox 3">
            <a:extLst>
              <a:ext uri="{FF2B5EF4-FFF2-40B4-BE49-F238E27FC236}">
                <a16:creationId xmlns:a16="http://schemas.microsoft.com/office/drawing/2014/main" id="{FD034DA3-86DA-4364-2EF1-7AF9F357DFE8}"/>
              </a:ext>
            </a:extLst>
          </p:cNvPr>
          <p:cNvSpPr txBox="1"/>
          <p:nvPr/>
        </p:nvSpPr>
        <p:spPr>
          <a:xfrm>
            <a:off x="74848" y="2077161"/>
            <a:ext cx="917239" cy="2308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900" dirty="0">
                <a:solidFill>
                  <a:schemeClr val="tx1">
                    <a:lumMod val="65000"/>
                    <a:lumOff val="35000"/>
                  </a:schemeClr>
                </a:solidFill>
                <a:latin typeface="+mj-lt"/>
              </a:rPr>
              <a:t>Response 200</a:t>
            </a:r>
          </a:p>
        </p:txBody>
      </p:sp>
      <p:graphicFrame>
        <p:nvGraphicFramePr>
          <p:cNvPr id="11" name="표 10">
            <a:extLst>
              <a:ext uri="{FF2B5EF4-FFF2-40B4-BE49-F238E27FC236}">
                <a16:creationId xmlns:a16="http://schemas.microsoft.com/office/drawing/2014/main" id="{DC506C21-A88A-2AC7-8573-AE84D4009FF9}"/>
              </a:ext>
            </a:extLst>
          </p:cNvPr>
          <p:cNvGraphicFramePr>
            <a:graphicFrameLocks noGrp="1"/>
          </p:cNvGraphicFramePr>
          <p:nvPr/>
        </p:nvGraphicFramePr>
        <p:xfrm>
          <a:off x="180854" y="3548493"/>
          <a:ext cx="11819125" cy="64468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900000">
                  <a:extLst>
                    <a:ext uri="{9D8B030D-6E8A-4147-A177-3AD203B41FA5}">
                      <a16:colId xmlns:a16="http://schemas.microsoft.com/office/drawing/2014/main" val="3358319751"/>
                    </a:ext>
                  </a:extLst>
                </a:gridCol>
                <a:gridCol w="10919125">
                  <a:extLst>
                    <a:ext uri="{9D8B030D-6E8A-4147-A177-3AD203B41FA5}">
                      <a16:colId xmlns:a16="http://schemas.microsoft.com/office/drawing/2014/main" val="84835277"/>
                    </a:ext>
                  </a:extLst>
                </a:gridCol>
              </a:tblGrid>
              <a:tr h="152005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b="1" dirty="0"/>
                        <a:t>Content Type</a:t>
                      </a:r>
                      <a:endParaRPr lang="ko-KR" altLang="en-US" sz="800" b="1" dirty="0"/>
                    </a:p>
                  </a:txBody>
                  <a:tcPr marL="78500" marR="78500" marT="39250" marB="3925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b="0" dirty="0"/>
                        <a:t>JSON</a:t>
                      </a:r>
                      <a:endParaRPr lang="ko-KR" altLang="en-US" sz="800" b="0" dirty="0"/>
                    </a:p>
                  </a:txBody>
                  <a:tcPr marL="78500" marR="78500" marT="39250" marB="3925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3606185459"/>
                  </a:ext>
                </a:extLst>
              </a:tr>
              <a:tr h="304010">
                <a:tc gridSpan="2">
                  <a:txBody>
                    <a:bodyPr/>
                    <a:lstStyle/>
                    <a:p>
                      <a:pPr algn="l" latinLnBrk="1"/>
                      <a:r>
                        <a:rPr lang="en-US" altLang="ko-KR" sz="800" b="0" dirty="0"/>
                        <a:t>{ </a:t>
                      </a:r>
                    </a:p>
                    <a:p>
                      <a:pPr algn="l" latinLnBrk="1"/>
                      <a:r>
                        <a:rPr lang="en-US" altLang="ko-KR" sz="800" b="0" dirty="0"/>
                        <a:t>  “</a:t>
                      </a:r>
                      <a:r>
                        <a:rPr lang="en-US" altLang="ko-KR" sz="800" b="0" dirty="0" err="1"/>
                        <a:t>res_status</a:t>
                      </a:r>
                      <a:r>
                        <a:rPr lang="en-US" altLang="ko-KR" sz="800" b="0" dirty="0"/>
                        <a:t>” : false</a:t>
                      </a:r>
                    </a:p>
                    <a:p>
                      <a:pPr algn="l" latinLnBrk="1"/>
                      <a:r>
                        <a:rPr lang="en-US" altLang="ko-KR" sz="800" b="0" dirty="0"/>
                        <a:t>}</a:t>
                      </a:r>
                      <a:endParaRPr lang="ko-KR" altLang="en-US" sz="800" b="0" dirty="0"/>
                    </a:p>
                  </a:txBody>
                  <a:tcPr marL="78500" marR="78500" marT="39250" marB="3925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800" dirty="0"/>
                    </a:p>
                  </a:txBody>
                  <a:tcPr marL="78500" marR="78500" marT="39250" marB="3925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839336332"/>
                  </a:ext>
                </a:extLst>
              </a:tr>
            </a:tbl>
          </a:graphicData>
        </a:graphic>
      </p:graphicFrame>
      <p:sp>
        <p:nvSpPr>
          <p:cNvPr id="12" name="TextBox 11">
            <a:extLst>
              <a:ext uri="{FF2B5EF4-FFF2-40B4-BE49-F238E27FC236}">
                <a16:creationId xmlns:a16="http://schemas.microsoft.com/office/drawing/2014/main" id="{B989AFE8-FDAE-6AA7-457F-087F10104A77}"/>
              </a:ext>
            </a:extLst>
          </p:cNvPr>
          <p:cNvSpPr txBox="1"/>
          <p:nvPr/>
        </p:nvSpPr>
        <p:spPr>
          <a:xfrm>
            <a:off x="74848" y="3296361"/>
            <a:ext cx="917239" cy="2308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900" dirty="0">
                <a:solidFill>
                  <a:schemeClr val="tx1">
                    <a:lumMod val="65000"/>
                    <a:lumOff val="35000"/>
                  </a:schemeClr>
                </a:solidFill>
                <a:latin typeface="+mj-lt"/>
              </a:rPr>
              <a:t>Response 400</a:t>
            </a:r>
          </a:p>
        </p:txBody>
      </p:sp>
    </p:spTree>
    <p:extLst>
      <p:ext uri="{BB962C8B-B14F-4D97-AF65-F5344CB8AC3E}">
        <p14:creationId xmlns:p14="http://schemas.microsoft.com/office/powerpoint/2010/main" val="114578833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663</TotalTime>
  <Words>323</Words>
  <Application>Microsoft Office PowerPoint</Application>
  <PresentationFormat>와이드스크린</PresentationFormat>
  <Paragraphs>91</Paragraphs>
  <Slides>3</Slides>
  <Notes>0</Notes>
  <HiddenSlides>0</HiddenSlides>
  <MMClips>0</MMClips>
  <ScaleCrop>false</ScaleCrop>
  <HeadingPairs>
    <vt:vector size="6" baseType="variant">
      <vt:variant>
        <vt:lpstr>사용한 글꼴</vt:lpstr>
      </vt:variant>
      <vt:variant>
        <vt:i4>2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3</vt:i4>
      </vt:variant>
    </vt:vector>
  </HeadingPairs>
  <TitlesOfParts>
    <vt:vector size="6" baseType="lpstr">
      <vt:lpstr>맑은 고딕</vt:lpstr>
      <vt:lpstr>Arial</vt:lpstr>
      <vt:lpstr>Office 테마</vt:lpstr>
      <vt:lpstr>PowerPoint 프레젠테이션</vt:lpstr>
      <vt:lpstr>PowerPoint 프레젠테이션</vt:lpstr>
      <vt:lpstr>PowerPoint 프레젠테이션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Park Junho</dc:creator>
  <cp:lastModifiedBy>Park Junho</cp:lastModifiedBy>
  <cp:revision>19</cp:revision>
  <dcterms:created xsi:type="dcterms:W3CDTF">2026-03-15T02:13:01Z</dcterms:created>
  <dcterms:modified xsi:type="dcterms:W3CDTF">2026-05-16T15:10:08Z</dcterms:modified>
</cp:coreProperties>
</file>