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8" r:id="rId3"/>
    <p:sldId id="269" r:id="rId4"/>
    <p:sldId id="27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4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7F6C4-7093-0554-25EC-7CC44D58C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44581D-5709-8282-CF7B-BC7B8E33F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0BDD8-A867-D28B-9655-FE7AAC55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2098A-FCF0-5448-3B43-9382376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C26B38-EE61-290E-2853-B84BA460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73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06456-F175-7132-F953-C27B0A5F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C1C42-75B4-5A01-9C60-FB4E77FE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746AF-F5C4-F582-1A02-AB496838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4F949-13D1-C166-AE25-ABFBBE7D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BAF533-2120-8B42-8061-DD0A8234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0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5C8E-E544-8765-E292-F6BC890C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62B884-FB75-D756-8D8F-517E6ADAC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7C71E-8AB2-7449-F81B-26F70641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17A9-5572-26BA-48E5-4A0612A3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DD5AD4-EECD-A61A-29E2-861C777A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23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A3C28-2CC7-9739-5935-E0F7BF88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ABCEE-66AC-55AA-D2F7-0C12B35BC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29A4E4-820D-07C4-DB1E-E66FCECFA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602E6B-EECE-F760-7FBC-97FDC811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33987-88A4-6692-FB6C-9AF475C7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A0F0A7-74EA-FD21-8E0E-6D324BAA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3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35DAF-C9AD-EF32-02E0-3E982C18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FDC74D-8F71-0C42-17A6-3E9F77AC0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8391FB-F651-98CE-40E5-E273C8C0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57951B-DE41-59D2-5565-B85D0474D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4F12-60E1-5742-5A68-6A1C61FDF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ECD9FF-177D-55AF-C513-396F6932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42DCEC-7BE0-0671-D6DD-CC65C69A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4970EF-A5EA-2E5D-89F8-25CB0CBD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3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458F9-B28C-4F93-DBC4-0FE7AFBA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714F96-3892-4F7D-9FB5-08E7949C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993D9E-4331-00C8-19A1-2A133BA7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2EF8B2-2B15-8E6A-95D5-CDDFBFE9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2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CD5F4F-9386-D4EE-5F04-7EBE8A55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C5991A-4E1A-07D0-0CE5-25FE40C2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CC8A5-A500-C674-9556-45CB6080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DBA6D-D139-529E-5E69-C3A735F5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7B0B9-45E5-78F1-2CD1-98CA09D5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DF7405-53C6-9F56-BBAE-1BBE067B4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450183-D88C-F180-07C3-293408A5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83F18-D1B6-39C1-BC72-378E59EB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6DF85A-5726-01D7-7230-9442F4A8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56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43CEF-32C9-6B6F-20BA-ADDE1A07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122E86-652B-DA70-E26B-0154B72CA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62FD1C-6AEC-4261-AF69-AA075226E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F2650-C174-CDAE-4744-A49EF4CC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6D3DB-D998-ABCA-2448-453DDD8E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22600-2B14-67F9-81F2-DE5BD761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3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0E677-4CA7-3D73-7B3B-B356A475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4B836F-7A88-449D-1EB6-E0DCBB4B8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BC4F3-BA4A-20F5-CE7F-6303EBD0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48C1-75EE-3C16-ADE0-E5838FD2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44513-EE54-A9AF-7AC3-CA0CD1C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2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F676D5-145B-D13F-085F-25C96F45D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505EA9-3518-895A-EEAC-26D457C72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2DC4C-1FE1-0FBC-A16C-9F640946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E11BD-69AC-49F2-0490-2A60547D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9991A-1B55-2558-3754-BDF4400F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70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1A9CEA-98F9-7098-8857-5AA8EFDE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F2627-3B14-CB09-BA7C-18A34C71B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53A8B-14E1-11E7-D2AC-C9E0EB4F1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B438B-40BC-43DE-893F-D79B7ACEB373}" type="datetimeFigureOut">
              <a:rPr lang="ko-KR" altLang="en-US" smtClean="0"/>
              <a:t>2026-05-16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B4638-C059-BC89-F9C0-5CD19BFAF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A03D5-1275-5774-10D2-18E44E1C6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18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955B-0B05-CB29-EB16-2587A38D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B36B05A-E4F0-CDC5-641D-9CF197CFAEDC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A3734F-1FE7-A2EC-4F52-C170D099892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A9AE67-D6A0-D37B-FAF9-C0E1E96BA71D}"/>
                </a:ext>
              </a:extLst>
            </p:cNvPr>
            <p:cNvSpPr txBox="1"/>
            <p:nvPr/>
          </p:nvSpPr>
          <p:spPr>
            <a:xfrm>
              <a:off x="1" y="60320"/>
              <a:ext cx="12715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인증 이메일 발신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18EBE9-5ACF-2ADE-A06C-BBE2863B0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4083E227-4912-A3E2-E924-EBFF24CA583A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1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ACC3FB-EDC7-1268-D632-A7903AB9E5BE}"/>
              </a:ext>
            </a:extLst>
          </p:cNvPr>
          <p:cNvSpPr txBox="1"/>
          <p:nvPr/>
        </p:nvSpPr>
        <p:spPr>
          <a:xfrm>
            <a:off x="74848" y="460341"/>
            <a:ext cx="38218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https://hackathon.gdgoc.net/api/signUp/createOtp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82DADD-564F-3288-CE30-C97E095DD0B6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E5E0D4EB-1142-A5ED-BBC0-76665F062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02886"/>
              </p:ext>
            </p:extLst>
          </p:nvPr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gachon_id</a:t>
                      </a:r>
                      <a:r>
                        <a:rPr lang="en-US" altLang="ko-KR" sz="800" dirty="0"/>
                        <a:t>”: “</a:t>
                      </a:r>
                      <a:r>
                        <a:rPr lang="ko-KR" altLang="en-US" sz="800" dirty="0" err="1"/>
                        <a:t>가천대</a:t>
                      </a:r>
                      <a:r>
                        <a:rPr lang="ko-KR" altLang="en-US" sz="800" dirty="0"/>
                        <a:t> 아이디</a:t>
                      </a:r>
                      <a:r>
                        <a:rPr lang="en-US" altLang="ko-KR" sz="800" dirty="0"/>
                        <a:t>＂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B3802DDB-460F-2D35-C3A3-F5BEA4DFA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786889"/>
              </p:ext>
            </p:extLst>
          </p:nvPr>
        </p:nvGraphicFramePr>
        <p:xfrm>
          <a:off x="180854" y="2017123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tidx</a:t>
                      </a:r>
                      <a:r>
                        <a:rPr lang="en-US" altLang="ko-KR" sz="800" b="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4017C74-13D9-A001-CF42-34BFCCE60A4D}"/>
              </a:ext>
            </a:extLst>
          </p:cNvPr>
          <p:cNvSpPr txBox="1"/>
          <p:nvPr/>
        </p:nvSpPr>
        <p:spPr>
          <a:xfrm>
            <a:off x="74848" y="1764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0243545-235F-AA14-B1FA-6F450FC3C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119266"/>
              </p:ext>
            </p:extLst>
          </p:nvPr>
        </p:nvGraphicFramePr>
        <p:xfrm>
          <a:off x="180854" y="319699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9C524B5-4FAB-7CEE-FFF3-3A5AC981B161}"/>
              </a:ext>
            </a:extLst>
          </p:cNvPr>
          <p:cNvSpPr txBox="1"/>
          <p:nvPr/>
        </p:nvSpPr>
        <p:spPr>
          <a:xfrm>
            <a:off x="74848" y="2944862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99229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BE2C-C599-3C7D-35C7-41A7828D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AD7E054-BC30-4F85-6B06-DDA58995C52E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9FF79A3-30C1-F3CF-4669-C786103E8AB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20021B-7DDC-A253-1761-F1749670F570}"/>
                </a:ext>
              </a:extLst>
            </p:cNvPr>
            <p:cNvSpPr txBox="1"/>
            <p:nvPr/>
          </p:nvSpPr>
          <p:spPr>
            <a:xfrm>
              <a:off x="1" y="60320"/>
              <a:ext cx="93968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이메일 인증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856B3-0715-4C89-2C0F-7BCBA87FB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17D5C94-BB90-F825-EEA0-084FA891365F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2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B6C99-3A94-0066-C7E5-24D5DDFBB8DF}"/>
              </a:ext>
            </a:extLst>
          </p:cNvPr>
          <p:cNvSpPr txBox="1"/>
          <p:nvPr/>
        </p:nvSpPr>
        <p:spPr>
          <a:xfrm>
            <a:off x="74848" y="460341"/>
            <a:ext cx="3440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https://hackathon.gdgoc.net/api/signUp/otp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318D9-17E4-E20E-D71B-AFEA806AA116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34032EC-0335-6A20-785D-C811CF3C3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360303"/>
              </p:ext>
            </p:extLst>
          </p:nvPr>
        </p:nvGraphicFramePr>
        <p:xfrm>
          <a:off x="180854" y="989474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tidx</a:t>
                      </a:r>
                      <a:r>
                        <a:rPr lang="en-US" altLang="ko-KR" sz="80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otp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83BD8340-2CCC-E089-6537-3D548EF90B86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201712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AEC6764-3850-30D6-C28F-CF369E1AE4A7}"/>
              </a:ext>
            </a:extLst>
          </p:cNvPr>
          <p:cNvSpPr txBox="1"/>
          <p:nvPr/>
        </p:nvSpPr>
        <p:spPr>
          <a:xfrm>
            <a:off x="74848" y="1764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02258E8-241D-D64A-380C-7D72B477A65B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2931522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3C433C3-C65D-E03B-CE4C-A0E799593DE5}"/>
              </a:ext>
            </a:extLst>
          </p:cNvPr>
          <p:cNvSpPr txBox="1"/>
          <p:nvPr/>
        </p:nvSpPr>
        <p:spPr>
          <a:xfrm>
            <a:off x="74848" y="2679390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05236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74C5A-1006-60A7-994D-715AF136A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72D0333-53B4-0FC3-8757-F90D4B59610A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39692F-29D3-721A-2AD0-550C52F0FE98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212083-3270-5543-26D8-FAFF74E9268C}"/>
                </a:ext>
              </a:extLst>
            </p:cNvPr>
            <p:cNvSpPr txBox="1"/>
            <p:nvPr/>
          </p:nvSpPr>
          <p:spPr>
            <a:xfrm>
              <a:off x="1" y="60320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회원가입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ACD6F-B864-3B30-9614-55699E92F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DE9EFB70-D061-D700-364A-B4C32B9BE1B8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3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80186-BCD2-D615-9EAD-AF654EBC951C}"/>
              </a:ext>
            </a:extLst>
          </p:cNvPr>
          <p:cNvSpPr txBox="1"/>
          <p:nvPr/>
        </p:nvSpPr>
        <p:spPr>
          <a:xfrm>
            <a:off x="74848" y="460341"/>
            <a:ext cx="34579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https://hackathon.gdgoc.net/api/signUp/user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DA99D6-DF2B-7609-1874-CBF1DFC07C67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F4FBE0A0-B1FC-C08E-5DE8-4E124F932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727168"/>
              </p:ext>
            </p:extLst>
          </p:nvPr>
        </p:nvGraphicFramePr>
        <p:xfrm>
          <a:off x="180854" y="989474"/>
          <a:ext cx="11819125" cy="888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gachon_id</a:t>
                      </a:r>
                      <a:r>
                        <a:rPr lang="en-US" altLang="ko-KR" sz="800" dirty="0"/>
                        <a:t>”: “</a:t>
                      </a:r>
                      <a:r>
                        <a:rPr lang="ko-KR" altLang="en-US" sz="800" dirty="0" err="1"/>
                        <a:t>가천대</a:t>
                      </a:r>
                      <a:r>
                        <a:rPr lang="ko-KR" altLang="en-US" sz="800" dirty="0"/>
                        <a:t> 아이디</a:t>
                      </a:r>
                      <a:r>
                        <a:rPr lang="en-US" altLang="ko-KR" sz="800" dirty="0"/>
                        <a:t>＂,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“name”: “</a:t>
                      </a:r>
                      <a:r>
                        <a:rPr lang="ko-KR" altLang="en-US" sz="800" dirty="0"/>
                        <a:t>홍길동</a:t>
                      </a:r>
                      <a:r>
                        <a:rPr lang="en-US" altLang="ko-KR" sz="80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“password”: “</a:t>
                      </a:r>
                      <a:r>
                        <a:rPr lang="ko-KR" altLang="en-US" sz="800" dirty="0"/>
                        <a:t>비밀번호</a:t>
                      </a:r>
                      <a:r>
                        <a:rPr lang="en-US" altLang="ko-KR" sz="800" dirty="0"/>
                        <a:t>”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A4370729-D178-0CEB-C7D8-650DAB00F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703363"/>
              </p:ext>
            </p:extLst>
          </p:nvPr>
        </p:nvGraphicFramePr>
        <p:xfrm>
          <a:off x="180854" y="230922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A06DB756-EABC-163C-FF76-A1D9CB96B384}"/>
              </a:ext>
            </a:extLst>
          </p:cNvPr>
          <p:cNvSpPr txBox="1"/>
          <p:nvPr/>
        </p:nvSpPr>
        <p:spPr>
          <a:xfrm>
            <a:off x="74848" y="20570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E0FFBB-E5A0-F66E-DA90-BDB39E3CE5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906677"/>
              </p:ext>
            </p:extLst>
          </p:nvPr>
        </p:nvGraphicFramePr>
        <p:xfrm>
          <a:off x="180854" y="3223622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F5CDA0-0153-4257-9B39-0B9C01A7428A}"/>
              </a:ext>
            </a:extLst>
          </p:cNvPr>
          <p:cNvSpPr txBox="1"/>
          <p:nvPr/>
        </p:nvSpPr>
        <p:spPr>
          <a:xfrm>
            <a:off x="74848" y="2971490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142822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64C8C-44B4-35E4-32FB-A4640B5B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471D6895-FB9B-3122-89F0-5E06F03F398C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F68E66B-5067-42F0-3F03-D11A13C3D4B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E1D51E-8C5C-4754-66CF-169C20665AD0}"/>
                </a:ext>
              </a:extLst>
            </p:cNvPr>
            <p:cNvSpPr txBox="1"/>
            <p:nvPr/>
          </p:nvSpPr>
          <p:spPr>
            <a:xfrm>
              <a:off x="1" y="60320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로그인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ACA27-919E-AF2E-CFD1-9B15AD54F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1047A7C0-4A8F-156F-92F8-59ECF69F2E51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4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3D992-8954-9DE8-D97A-6BAAA03DDE91}"/>
              </a:ext>
            </a:extLst>
          </p:cNvPr>
          <p:cNvSpPr txBox="1"/>
          <p:nvPr/>
        </p:nvSpPr>
        <p:spPr>
          <a:xfrm>
            <a:off x="74848" y="460341"/>
            <a:ext cx="30091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https://hackathon.gdgoc.net/api/login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450619-A3E8-A2BF-C27B-18437B188F05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51D2DE4A-8AAF-BFDE-464D-792FF8066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061426"/>
              </p:ext>
            </p:extLst>
          </p:nvPr>
        </p:nvGraphicFramePr>
        <p:xfrm>
          <a:off x="180854" y="989474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gachon_id</a:t>
                      </a:r>
                      <a:r>
                        <a:rPr lang="en-US" altLang="ko-KR" sz="800" dirty="0"/>
                        <a:t>”: “</a:t>
                      </a:r>
                      <a:r>
                        <a:rPr lang="ko-KR" altLang="en-US" sz="800" dirty="0" err="1"/>
                        <a:t>가천대</a:t>
                      </a:r>
                      <a:r>
                        <a:rPr lang="ko-KR" altLang="en-US" sz="800" dirty="0"/>
                        <a:t> 아이디</a:t>
                      </a:r>
                      <a:r>
                        <a:rPr lang="en-US" altLang="ko-KR" sz="80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“password”: “</a:t>
                      </a:r>
                      <a:r>
                        <a:rPr lang="ko-KR" altLang="en-US" sz="800" dirty="0"/>
                        <a:t>비밀번호</a:t>
                      </a:r>
                      <a:r>
                        <a:rPr lang="en-US" altLang="ko-KR" sz="800" dirty="0"/>
                        <a:t>”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2B263671-F6C3-23F2-D9DB-0EF85D13D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267300"/>
              </p:ext>
            </p:extLst>
          </p:nvPr>
        </p:nvGraphicFramePr>
        <p:xfrm>
          <a:off x="180854" y="2309223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uidx</a:t>
                      </a:r>
                      <a:r>
                        <a:rPr lang="en-US" altLang="ko-KR" sz="800" b="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84AF536-2C0E-4243-E61A-2A1FD17CF395}"/>
              </a:ext>
            </a:extLst>
          </p:cNvPr>
          <p:cNvSpPr txBox="1"/>
          <p:nvPr/>
        </p:nvSpPr>
        <p:spPr>
          <a:xfrm>
            <a:off x="74848" y="20570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D7F03F6-D693-6888-9912-306B8F2B3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412643"/>
              </p:ext>
            </p:extLst>
          </p:nvPr>
        </p:nvGraphicFramePr>
        <p:xfrm>
          <a:off x="180854" y="352842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D5AF54B-13DC-7BC0-EB1E-7FA9E7DE2505}"/>
              </a:ext>
            </a:extLst>
          </p:cNvPr>
          <p:cNvSpPr txBox="1"/>
          <p:nvPr/>
        </p:nvSpPr>
        <p:spPr>
          <a:xfrm>
            <a:off x="74848" y="32762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184885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290</Words>
  <Application>Microsoft Office PowerPoint</Application>
  <PresentationFormat>와이드스크린</PresentationFormat>
  <Paragraphs>90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 Junho</dc:creator>
  <cp:lastModifiedBy>Park Junho</cp:lastModifiedBy>
  <cp:revision>14</cp:revision>
  <dcterms:created xsi:type="dcterms:W3CDTF">2026-03-15T02:13:01Z</dcterms:created>
  <dcterms:modified xsi:type="dcterms:W3CDTF">2026-05-16T13:01:50Z</dcterms:modified>
</cp:coreProperties>
</file>