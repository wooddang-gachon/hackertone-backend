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4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A3AEE-FA9A-6479-7D4F-21E6BA166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06848C-1ED8-7980-3253-0830AC2A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0D966-386F-79DB-1E8A-06EAB0FEE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043C70-F8DF-700C-A303-D438071C6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F5D829-75BB-34DB-7071-B742ACE4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45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E331F-8181-220A-F320-F64D10DC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87AFE7-7509-22D1-26E5-427103E4D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9DE35B-711B-98A7-406A-ACB7CAA94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3E83CA-E7F8-FA53-A2F1-F7406B5DC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F37559-7893-C9F9-9417-B977B23F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08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C35D0-1A9F-E367-A4F2-AFD3CD756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3A9032-6FB8-D4EC-FF8C-7F5C70FFC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B11EE-F022-536B-169A-E05FE414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F6D8CD-F3AF-0D43-0977-755CFB88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C27FA0-EDF6-8558-5912-0773C5C3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78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6ED15-CA48-2219-4854-8B01BCB7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E81FA1-10CC-8E16-031B-9B99D10DC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9A4BC3-A5A4-1781-7A61-CD9FAEF88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90CA4F-DE45-0441-3D3F-F183A777B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065D38-E2CC-FCF1-9178-FD2F1912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7A2011-497A-9952-EC68-D1D39163B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021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CE06B-436A-E685-31E7-FF3A20F0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8D22D1-D4F4-A883-53D2-DBAC4FA2C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7649A5-33FA-8585-4B8F-06D616706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8A0543-D96F-35A2-70D5-240A8B756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4A689E-80B2-1949-6E42-542231C75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1AA9BA-251E-39B8-1521-8B784AC87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47F41A-8CD7-2864-BB8D-D6D5405FC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FDBB4D-1C82-982D-523E-6341D25B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34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B1E66-AD98-2751-F340-492FA851C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0A377D-739D-5161-9369-EC20B7C9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048542-3498-7384-D723-0649C767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628FBE-10B3-6672-C0EA-07849707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27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C2088E-02C3-309C-8E7E-B252948E3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BBB545-6A95-8BBA-4C17-35116078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B578F1-D311-B455-F23F-0488AEF0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039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78F0A2-B2EE-D7FA-6478-7CFA9D049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BBA15B-12BE-DB1A-E719-5DBF694F4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89689A-2B9D-FE71-FD8F-ABD92408D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429365-86AB-A95A-CB57-F915FEAAC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4F801A-DFB9-2A16-D2B6-1A3454E0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FADF12-7B95-747A-F178-67EF551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69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DC9F8-06FC-5CBF-BEB5-0771CC2BB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B67F935-E0DB-1681-77F4-F04FB1D50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18F552-AF12-8FE4-B097-E4389114B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E36678-5BF3-02A4-F1F3-7D554D8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D3AB47-7980-8662-1BD1-C12D1AB09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AFB03B-8B26-1E58-AC74-A17DB46F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3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91D7C-1173-7EE3-7786-7B89A82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66326E-2808-2D34-0F2E-ED8F53C58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E3A6A8-BC74-6524-5FCC-71B9DC1C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9B90C1-ABC0-701B-38D9-329D09EB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555A2-A42A-FA95-A8CC-8A80A813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665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26B6DC-1E88-F1F7-7495-DBAEFF588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244106-77D0-ACC5-A2CD-01F680AA2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7FD7D-73B1-325A-6DEC-B29CAA24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FA370-DA61-0E21-7952-BBBA82213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0C9FE-206D-6FD9-CAFD-A1515186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2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8C9A79-D783-8068-5CA1-E1840994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9136E4-B912-EC80-8C97-6571506B2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FA5202-4C8D-1D72-F564-C59CC232D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A57CB-ED12-4B54-9653-D4B012541611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7F5FD7-584F-D6B6-558F-A881F336C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08861-79A0-53B7-45CC-F0CA440E0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1759C-9F3C-45F7-82C9-2CF1536D10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15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E68A4-7502-FADE-BC03-ED64098D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6A39B74-A397-30FD-3BEF-DF8316769863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E427A98-49DD-631F-09D2-B2C76F2D7112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E20AEE-6598-6B73-7D20-BB57F46C2249}"/>
                </a:ext>
              </a:extLst>
            </p:cNvPr>
            <p:cNvSpPr txBox="1"/>
            <p:nvPr/>
          </p:nvSpPr>
          <p:spPr>
            <a:xfrm>
              <a:off x="1" y="60320"/>
              <a:ext cx="10599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메일 발신 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API</a:t>
              </a:r>
              <a:endPara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1B6F72-6A5C-C572-900C-A8B08BA1A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57158053-8B27-C474-B41D-45652BA614E1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1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69AC94-021F-1D6D-DA20-748BC1E05142}"/>
              </a:ext>
            </a:extLst>
          </p:cNvPr>
          <p:cNvSpPr txBox="1"/>
          <p:nvPr/>
        </p:nvSpPr>
        <p:spPr>
          <a:xfrm>
            <a:off x="74848" y="460341"/>
            <a:ext cx="24609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https://api.resend.com/emails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4D1C1A2-90AC-A480-37D3-CF4C21F756A5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989474"/>
          <a:ext cx="11819125" cy="40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Beare Token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Token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re_UJsFKnor_LfHwJ88nfE98S2srA8EBMtoa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7E54488-EB73-FEDF-CBCC-AA935B7AF651}"/>
              </a:ext>
            </a:extLst>
          </p:cNvPr>
          <p:cNvSpPr txBox="1"/>
          <p:nvPr/>
        </p:nvSpPr>
        <p:spPr>
          <a:xfrm>
            <a:off x="74848" y="737342"/>
            <a:ext cx="8899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Authorization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A9BDC1B-46CB-64CC-DFF8-1B9FCDD73670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1665507"/>
          <a:ext cx="11819125" cy="101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"from": "GDGoC Gachon &lt;no-replay@gdgoc.net&gt;",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"to": ["junho@gachon.ac.kr"],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"subject": "title",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"html": "&lt;strong&gt;It works!&lt;/strong&gt;"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DCED00E-DBC0-5C34-84DB-B4465336DF91}"/>
              </a:ext>
            </a:extLst>
          </p:cNvPr>
          <p:cNvSpPr txBox="1"/>
          <p:nvPr/>
        </p:nvSpPr>
        <p:spPr>
          <a:xfrm>
            <a:off x="74848" y="1413375"/>
            <a:ext cx="4459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FD4AD5E1-073A-FACA-62A0-7045375421FF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2946732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"id": "ede11905-0ac5-4d97-9e63-1a58e54c5d1b"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CC47596-CD73-1303-C372-C9E5DDB0454B}"/>
              </a:ext>
            </a:extLst>
          </p:cNvPr>
          <p:cNvSpPr txBox="1"/>
          <p:nvPr/>
        </p:nvSpPr>
        <p:spPr>
          <a:xfrm>
            <a:off x="74848" y="2694600"/>
            <a:ext cx="9861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Body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AB82E1-A92F-9F65-B11D-CD51E7DD601F}"/>
              </a:ext>
            </a:extLst>
          </p:cNvPr>
          <p:cNvSpPr txBox="1"/>
          <p:nvPr/>
        </p:nvSpPr>
        <p:spPr>
          <a:xfrm>
            <a:off x="2898168" y="1976832"/>
            <a:ext cx="35958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수신자에게 표실할 이름 </a:t>
            </a:r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&lt;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수신자에게 표시할 메일 아이디</a:t>
            </a:r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@gdgoc.net&gt;</a:t>
            </a:r>
          </a:p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수신자 </a:t>
            </a:r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email 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정보</a:t>
            </a:r>
            <a:endParaRPr lang="en-US" altLang="ko-KR" sz="8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메일 제목</a:t>
            </a:r>
            <a:endParaRPr lang="en-US" altLang="ko-KR" sz="8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메일 본문 </a:t>
            </a:r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기본 </a:t>
            </a:r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html 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문법으로 작성</a:t>
            </a:r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844D7-20B1-A87C-E714-6B6CC4D40A33}"/>
              </a:ext>
            </a:extLst>
          </p:cNvPr>
          <p:cNvSpPr txBox="1"/>
          <p:nvPr/>
        </p:nvSpPr>
        <p:spPr>
          <a:xfrm>
            <a:off x="2898168" y="3253182"/>
            <a:ext cx="29418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메일 발신이 정상적으로 성공한 경우 임의의 </a:t>
            </a:r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id 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값을 반환</a:t>
            </a:r>
            <a:endParaRPr lang="en-US" altLang="ko-K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911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와이드스크린</PresentationFormat>
  <Paragraphs>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 Junho</dc:creator>
  <cp:lastModifiedBy>Park Junho</cp:lastModifiedBy>
  <cp:revision>1</cp:revision>
  <dcterms:created xsi:type="dcterms:W3CDTF">2026-05-16T12:49:00Z</dcterms:created>
  <dcterms:modified xsi:type="dcterms:W3CDTF">2026-05-16T12:49:47Z</dcterms:modified>
</cp:coreProperties>
</file>