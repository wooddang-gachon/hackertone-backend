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8" r:id="rId3"/>
    <p:sldId id="26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6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4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7F6C4-7093-0554-25EC-7CC44D58C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44581D-5709-8282-CF7B-BC7B8E33F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0BDD8-A867-D28B-9655-FE7AAC55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22098A-FCF0-5448-3B43-9382376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C26B38-EE61-290E-2853-B84BA460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73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06456-F175-7132-F953-C27B0A5F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6C1C42-75B4-5A01-9C60-FB4E77FE4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746AF-F5C4-F582-1A02-AB496838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E4F949-13D1-C166-AE25-ABFBBE7D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BAF533-2120-8B42-8061-DD0A8234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20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5C8E-E544-8765-E292-F6BC890C3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62B884-FB75-D756-8D8F-517E6ADAC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A7C71E-8AB2-7449-F81B-26F70641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8F17A9-5572-26BA-48E5-4A0612A3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DD5AD4-EECD-A61A-29E2-861C777A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23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A3C28-2CC7-9739-5935-E0F7BF88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CABCEE-66AC-55AA-D2F7-0C12B35BC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29A4E4-820D-07C4-DB1E-E66FCECFA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602E6B-EECE-F760-7FBC-97FDC8111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733987-88A4-6692-FB6C-9AF475C7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A0F0A7-74EA-FD21-8E0E-6D324BAA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83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35DAF-C9AD-EF32-02E0-3E982C185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FDC74D-8F71-0C42-17A6-3E9F77AC0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8391FB-F651-98CE-40E5-E273C8C02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57951B-DE41-59D2-5565-B85D0474D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D4F12-60E1-5742-5A68-6A1C61FDF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ECD9FF-177D-55AF-C513-396F6932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42DCEC-7BE0-0671-D6DD-CC65C69A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4970EF-A5EA-2E5D-89F8-25CB0CBD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3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458F9-B28C-4F93-DBC4-0FE7AFBA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2714F96-3892-4F7D-9FB5-08E7949C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993D9E-4331-00C8-19A1-2A133BA7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2EF8B2-2B15-8E6A-95D5-CDDFBFE9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426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CD5F4F-9386-D4EE-5F04-7EBE8A55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C5991A-4E1A-07D0-0CE5-25FE40C2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ECC8A5-A500-C674-9556-45CB6080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8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DBA6D-D139-529E-5E69-C3A735F5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7B0B9-45E5-78F1-2CD1-98CA09D57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DF7405-53C6-9F56-BBAE-1BBE067B4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450183-D88C-F180-07C3-293408A52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483F18-D1B6-39C1-BC72-378E59EB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6DF85A-5726-01D7-7230-9442F4A8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562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43CEF-32C9-6B6F-20BA-ADDE1A07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122E86-652B-DA70-E26B-0154B72CA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62FD1C-6AEC-4261-AF69-AA075226E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9F2650-C174-CDAE-4744-A49EF4CC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D6D3DB-D998-ABCA-2448-453DDD8E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F22600-2B14-67F9-81F2-DE5BD761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3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0E677-4CA7-3D73-7B3B-B356A475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4B836F-7A88-449D-1EB6-E0DCBB4B8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7BC4F3-BA4A-20F5-CE7F-6303EBD0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648C1-75EE-3C16-ADE0-E5838FD2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A44513-EE54-A9AF-7AC3-CA0CD1C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12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F676D5-145B-D13F-085F-25C96F45D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505EA9-3518-895A-EEAC-26D457C72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A2DC4C-1FE1-0FBC-A16C-9F640946D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9E11BD-69AC-49F2-0490-2A60547D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09991A-1B55-2558-3754-BDF4400F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70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1A9CEA-98F9-7098-8857-5AA8EFDEA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BF2627-3B14-CB09-BA7C-18A34C71B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653A8B-14E1-11E7-D2AC-C9E0EB4F1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B4638-C059-BC89-F9C0-5CD19BFAF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5A03D5-1275-5774-10D2-18E44E1C6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18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8955B-0B05-CB29-EB16-2587A38D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B36B05A-E4F0-CDC5-641D-9CF197CFAEDC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6A3734F-1FE7-A2EC-4F52-C170D099892B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A9AE67-D6A0-D37B-FAF9-C0E1E96BA71D}"/>
                </a:ext>
              </a:extLst>
            </p:cNvPr>
            <p:cNvSpPr txBox="1"/>
            <p:nvPr/>
          </p:nvSpPr>
          <p:spPr>
            <a:xfrm>
              <a:off x="1" y="60320"/>
              <a:ext cx="12715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현재 포인트 조회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18EBE9-5ACF-2ADE-A06C-BBE2863B0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4083E227-4912-A3E2-E924-EBFF24CA583A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1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ACC3FB-EDC7-1268-D632-A7903AB9E5BE}"/>
              </a:ext>
            </a:extLst>
          </p:cNvPr>
          <p:cNvSpPr txBox="1"/>
          <p:nvPr/>
        </p:nvSpPr>
        <p:spPr>
          <a:xfrm>
            <a:off x="74848" y="460341"/>
            <a:ext cx="34884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POST https://hackathon.gdgoc.net/api/profile/point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82DADD-564F-3288-CE30-C97E095DD0B6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5E0D4EB-1142-A5ED-BBC0-76665F062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744786"/>
              </p:ext>
            </p:extLst>
          </p:nvPr>
        </p:nvGraphicFramePr>
        <p:xfrm>
          <a:off x="180854" y="989474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uidx</a:t>
                      </a:r>
                      <a:r>
                        <a:rPr lang="en-US" altLang="ko-KR" sz="80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B3802DDB-460F-2D35-C3A3-F5BEA4DFA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099613"/>
              </p:ext>
            </p:extLst>
          </p:nvPr>
        </p:nvGraphicFramePr>
        <p:xfrm>
          <a:off x="180854" y="2017123"/>
          <a:ext cx="11819125" cy="76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“point”: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4017C74-13D9-A001-CF42-34BFCCE60A4D}"/>
              </a:ext>
            </a:extLst>
          </p:cNvPr>
          <p:cNvSpPr txBox="1"/>
          <p:nvPr/>
        </p:nvSpPr>
        <p:spPr>
          <a:xfrm>
            <a:off x="74848" y="17649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0243545-235F-AA14-B1FA-6F450FC3C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119266"/>
              </p:ext>
            </p:extLst>
          </p:nvPr>
        </p:nvGraphicFramePr>
        <p:xfrm>
          <a:off x="180854" y="3196994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9C524B5-4FAB-7CEE-FFF3-3A5AC981B161}"/>
              </a:ext>
            </a:extLst>
          </p:cNvPr>
          <p:cNvSpPr txBox="1"/>
          <p:nvPr/>
        </p:nvSpPr>
        <p:spPr>
          <a:xfrm>
            <a:off x="74848" y="2944862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3992299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2BE2C-C599-3C7D-35C7-41A7828D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CAD7E054-BC30-4F85-6B06-DDA58995C52E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9FF79A3-30C1-F3CF-4669-C786103E8ABB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20021B-7DDC-A253-1761-F1749670F570}"/>
                </a:ext>
              </a:extLst>
            </p:cNvPr>
            <p:cNvSpPr txBox="1"/>
            <p:nvPr/>
          </p:nvSpPr>
          <p:spPr>
            <a:xfrm>
              <a:off x="1" y="60320"/>
              <a:ext cx="14622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전문가 타이틀 조회 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E856B3-0715-4C89-2C0F-7BCBA87FB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017D5C94-BB90-F825-EEA0-084FA891365F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2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BB6C99-3A94-0066-C7E5-24D5DDFBB8DF}"/>
              </a:ext>
            </a:extLst>
          </p:cNvPr>
          <p:cNvSpPr txBox="1"/>
          <p:nvPr/>
        </p:nvSpPr>
        <p:spPr>
          <a:xfrm>
            <a:off x="74848" y="460341"/>
            <a:ext cx="33602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POST https://hackathon.gdgoc.net/api/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profile/tag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0DFB6A-E5BF-C87A-5C4B-D48229C2A31B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3519B11-5399-925A-5E42-23633F93A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074532"/>
              </p:ext>
            </p:extLst>
          </p:nvPr>
        </p:nvGraphicFramePr>
        <p:xfrm>
          <a:off x="180854" y="989474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uidx</a:t>
                      </a:r>
                      <a:r>
                        <a:rPr lang="en-US" altLang="ko-KR" sz="80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AA3546C-48F0-ABC0-E555-F2BAEF7B5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282013"/>
              </p:ext>
            </p:extLst>
          </p:nvPr>
        </p:nvGraphicFramePr>
        <p:xfrm>
          <a:off x="180854" y="2017123"/>
          <a:ext cx="11819125" cy="125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“exercise”: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“study”: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“music”: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“game”: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“clean”: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8E3BC58-108C-F4B4-86F8-E0F544E52FFE}"/>
              </a:ext>
            </a:extLst>
          </p:cNvPr>
          <p:cNvSpPr txBox="1"/>
          <p:nvPr/>
        </p:nvSpPr>
        <p:spPr>
          <a:xfrm>
            <a:off x="74848" y="17649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0303804-4222-260D-ECFD-090624CBB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349274"/>
              </p:ext>
            </p:extLst>
          </p:nvPr>
        </p:nvGraphicFramePr>
        <p:xfrm>
          <a:off x="180854" y="3826260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ABB6153-FD42-8DB9-D636-15DD6F76067B}"/>
              </a:ext>
            </a:extLst>
          </p:cNvPr>
          <p:cNvSpPr txBox="1"/>
          <p:nvPr/>
        </p:nvSpPr>
        <p:spPr>
          <a:xfrm>
            <a:off x="74848" y="3574128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3052366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74C5A-1006-60A7-994D-715AF136A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72D0333-53B4-0FC3-8757-F90D4B59610A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839692F-29D3-721A-2AD0-550C52F0FE98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212083-3270-5543-26D8-FAFF74E9268C}"/>
                </a:ext>
              </a:extLst>
            </p:cNvPr>
            <p:cNvSpPr txBox="1"/>
            <p:nvPr/>
          </p:nvSpPr>
          <p:spPr>
            <a:xfrm>
              <a:off x="1" y="60320"/>
              <a:ext cx="16033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사용자 기본 정보 조회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EACD6F-B864-3B30-9614-55699E92F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DE9EFB70-D061-D700-364A-B4C32B9BE1B8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3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D80186-BCD2-D615-9EAD-AF654EBC951C}"/>
              </a:ext>
            </a:extLst>
          </p:cNvPr>
          <p:cNvSpPr txBox="1"/>
          <p:nvPr/>
        </p:nvSpPr>
        <p:spPr>
          <a:xfrm>
            <a:off x="74848" y="460341"/>
            <a:ext cx="34499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POST https://hackathon.gdgoc.net/api/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profile/info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A4370729-D178-0CEB-C7D8-650DAB00F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504023"/>
              </p:ext>
            </p:extLst>
          </p:nvPr>
        </p:nvGraphicFramePr>
        <p:xfrm>
          <a:off x="180854" y="2309223"/>
          <a:ext cx="11819125" cy="76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“name” : “</a:t>
                      </a:r>
                      <a:r>
                        <a:rPr lang="ko-KR" altLang="en-US" sz="800" b="0" dirty="0"/>
                        <a:t>사용자 이름</a:t>
                      </a:r>
                      <a:r>
                        <a:rPr lang="en-US" altLang="ko-KR" sz="800" b="0" dirty="0"/>
                        <a:t>”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gachon_id</a:t>
                      </a:r>
                      <a:r>
                        <a:rPr lang="en-US" altLang="ko-KR" sz="800" dirty="0"/>
                        <a:t>”: “</a:t>
                      </a:r>
                      <a:r>
                        <a:rPr lang="ko-KR" altLang="en-US" sz="800" dirty="0" err="1"/>
                        <a:t>가천대</a:t>
                      </a:r>
                      <a:r>
                        <a:rPr lang="ko-KR" altLang="en-US" sz="800" dirty="0"/>
                        <a:t> 아이디</a:t>
                      </a:r>
                      <a:r>
                        <a:rPr lang="en-US" altLang="ko-KR" sz="800" dirty="0"/>
                        <a:t>＂</a:t>
                      </a:r>
                      <a:endParaRPr lang="en-US" altLang="ko-KR" sz="800" b="0" dirty="0"/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A06DB756-EABC-163C-FF76-A1D9CB96B384}"/>
              </a:ext>
            </a:extLst>
          </p:cNvPr>
          <p:cNvSpPr txBox="1"/>
          <p:nvPr/>
        </p:nvSpPr>
        <p:spPr>
          <a:xfrm>
            <a:off x="74848" y="20570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FE0FFBB-E5A0-F66E-DA90-BDB39E3CE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311820"/>
              </p:ext>
            </p:extLst>
          </p:nvPr>
        </p:nvGraphicFramePr>
        <p:xfrm>
          <a:off x="180854" y="3412308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F5CDA0-0153-4257-9B39-0B9C01A7428A}"/>
              </a:ext>
            </a:extLst>
          </p:cNvPr>
          <p:cNvSpPr txBox="1"/>
          <p:nvPr/>
        </p:nvSpPr>
        <p:spPr>
          <a:xfrm>
            <a:off x="74848" y="3160176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EA05A-154F-1BE9-4A25-0D550AB5C889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190389D-089D-2F72-27D5-15699FCD4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39644"/>
              </p:ext>
            </p:extLst>
          </p:nvPr>
        </p:nvGraphicFramePr>
        <p:xfrm>
          <a:off x="180854" y="989474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uidx</a:t>
                      </a:r>
                      <a:r>
                        <a:rPr lang="en-US" altLang="ko-KR" sz="80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822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230</Words>
  <Application>Microsoft Office PowerPoint</Application>
  <PresentationFormat>와이드스크린</PresentationFormat>
  <Paragraphs>70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 Junho</dc:creator>
  <cp:lastModifiedBy>Park Junho</cp:lastModifiedBy>
  <cp:revision>15</cp:revision>
  <dcterms:created xsi:type="dcterms:W3CDTF">2026-03-15T02:13:01Z</dcterms:created>
  <dcterms:modified xsi:type="dcterms:W3CDTF">2026-05-16T13:05:46Z</dcterms:modified>
</cp:coreProperties>
</file>