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8" r:id="rId3"/>
    <p:sldId id="271" r:id="rId4"/>
    <p:sldId id="272" r:id="rId5"/>
    <p:sldId id="27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6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89" autoAdjust="0"/>
    <p:restoredTop sz="94516" autoAdjust="0"/>
  </p:normalViewPr>
  <p:slideViewPr>
    <p:cSldViewPr snapToGrid="0">
      <p:cViewPr varScale="1">
        <p:scale>
          <a:sx n="168" d="100"/>
          <a:sy n="168" d="100"/>
        </p:scale>
        <p:origin x="2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7F6C4-7093-0554-25EC-7CC44D58C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44581D-5709-8282-CF7B-BC7B8E33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0BDD8-A867-D28B-9655-FE7AAC558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22098A-FCF0-5448-3B43-93823762B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C26B38-EE61-290E-2853-B84BA460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731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06456-F175-7132-F953-C27B0A5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C1C42-75B4-5A01-9C60-FB4E77FE4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4746AF-F5C4-F582-1A02-AB4968386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E4F949-13D1-C166-AE25-ABFBBE7D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BAF533-2120-8B42-8061-DD0A8234D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20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5C8E-E544-8765-E292-F6BC890C3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2B884-FB75-D756-8D8F-517E6ADAC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7C71E-8AB2-7449-F81B-26F70641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F17A9-5572-26BA-48E5-4A0612A3C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DD5AD4-EECD-A61A-29E2-861C777A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2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4A3C28-2CC7-9739-5935-E0F7BF889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CABCEE-66AC-55AA-D2F7-0C12B35BC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9A4E4-820D-07C4-DB1E-E66FCECFA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602E6B-EECE-F760-7FBC-97FDC8111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33987-88A4-6692-FB6C-9AF475C7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A0F0A7-74EA-FD21-8E0E-6D324BAA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839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35DAF-C9AD-EF32-02E0-3E982C18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FDC74D-8F71-0C42-17A6-3E9F77AC0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391FB-F651-98CE-40E5-E273C8C0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57951B-DE41-59D2-5565-B85D0474DD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BD4F12-60E1-5742-5A68-6A1C61FDF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ECD9FF-177D-55AF-C513-396F6932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42DCEC-7BE0-0671-D6DD-CC65C69A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4970EF-A5EA-2E5D-89F8-25CB0CBD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9340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458F9-B28C-4F93-DBC4-0FE7AFBAB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2714F96-3892-4F7D-9FB5-08E7949C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993D9E-4331-00C8-19A1-2A133BA78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62EF8B2-2B15-8E6A-95D5-CDDFBFE9D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42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CD5F4F-9386-D4EE-5F04-7EBE8A55B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DC5991A-4E1A-07D0-0CE5-25FE40C29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ECC8A5-A500-C674-9556-45CB6080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88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DBA6D-D139-529E-5E69-C3A735F5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7B0B9-45E5-78F1-2CD1-98CA09D5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DF7405-53C6-9F56-BBAE-1BBE067B4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450183-D88C-F180-07C3-293408A52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83F18-D1B6-39C1-BC72-378E59EB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6DF85A-5726-01D7-7230-9442F4A8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562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43CEF-32C9-6B6F-20BA-ADDE1A07F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122E86-652B-DA70-E26B-0154B72CA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62FD1C-6AEC-4261-AF69-AA075226E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9F2650-C174-CDAE-4744-A49EF4CCE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6D3DB-D998-ABCA-2448-453DDD8E4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F22600-2B14-67F9-81F2-DE5BD7618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93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0E677-4CA7-3D73-7B3B-B356A4758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4B836F-7A88-449D-1EB6-E0DCBB4B8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7BC4F3-BA4A-20F5-CE7F-6303EBD0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7648C1-75EE-3C16-ADE0-E5838FD2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44513-EE54-A9AF-7AC3-CA0CD1C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12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F676D5-145B-D13F-085F-25C96F45D9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505EA9-3518-895A-EEAC-26D457C72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A2DC4C-1FE1-0FBC-A16C-9F640946D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9E11BD-69AC-49F2-0490-2A60547D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9991A-1B55-2558-3754-BDF4400F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0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1A9CEA-98F9-7098-8857-5AA8EFDEA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F2627-3B14-CB09-BA7C-18A34C71B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653A8B-14E1-11E7-D2AC-C9E0EB4F1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B438B-40BC-43DE-893F-D79B7ACEB373}" type="datetimeFigureOut">
              <a:rPr lang="ko-KR" altLang="en-US" smtClean="0"/>
              <a:t>2026. 5. 17.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B4638-C059-BC89-F9C0-5CD19BFAF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5A03D5-1275-5774-10D2-18E44E1C6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000E-3ADD-4E29-A355-392C6E5579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83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8955B-0B05-CB29-EB16-2587A38D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B36B05A-E4F0-CDC5-641D-9CF197CFAEDC}"/>
              </a:ext>
            </a:extLst>
          </p:cNvPr>
          <p:cNvGrpSpPr/>
          <p:nvPr/>
        </p:nvGrpSpPr>
        <p:grpSpPr>
          <a:xfrm>
            <a:off x="0" y="0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6A3734F-1FE7-A2EC-4F52-C170D099892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A9AE67-D6A0-D37B-FAF9-C0E1E96BA71D}"/>
                </a:ext>
              </a:extLst>
            </p:cNvPr>
            <p:cNvSpPr txBox="1"/>
            <p:nvPr/>
          </p:nvSpPr>
          <p:spPr>
            <a:xfrm>
              <a:off x="1" y="60320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역할 조회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118EBE9-5ACF-2ADE-A06C-BBE2863B0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4083E227-4912-A3E2-E924-EBFF24CA583A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1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ACC3FB-EDC7-1268-D632-A7903AB9E5BE}"/>
              </a:ext>
            </a:extLst>
          </p:cNvPr>
          <p:cNvSpPr txBox="1"/>
          <p:nvPr/>
        </p:nvSpPr>
        <p:spPr>
          <a:xfrm>
            <a:off x="74848" y="460341"/>
            <a:ext cx="35125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POST https://hackathon.gdgoc.net/api/accept/detail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736F5-B257-309E-A93D-8DAAB63E207A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9DD78B9-9FB4-7BCF-E153-36EA77C31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802474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didx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176C4BB-7EF7-7E05-36EE-29289E43D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1667337"/>
              </p:ext>
            </p:extLst>
          </p:nvPr>
        </p:nvGraphicFramePr>
        <p:xfrm>
          <a:off x="180854" y="2017123"/>
          <a:ext cx="11819125" cy="2473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“accept”: [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aidx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uidx</a:t>
                      </a:r>
                      <a:r>
                        <a:rPr lang="en-US" altLang="ko-KR" sz="800" b="0" dirty="0"/>
                        <a:t>”: int,</a:t>
                      </a:r>
                      <a:r>
                        <a:rPr lang="ko-KR" altLang="en-US" sz="800" b="0" dirty="0"/>
                        <a:t> </a:t>
                      </a:r>
                      <a:r>
                        <a:rPr lang="en-US" altLang="ko-KR" sz="800" b="0" dirty="0"/>
                        <a:t>//</a:t>
                      </a:r>
                      <a:r>
                        <a:rPr lang="ko-KR" altLang="en-US" sz="800" b="0" dirty="0"/>
                        <a:t> 값이 </a:t>
                      </a:r>
                      <a:r>
                        <a:rPr lang="en-US" altLang="ko-KR" sz="800" b="0" dirty="0"/>
                        <a:t>null</a:t>
                      </a:r>
                      <a:r>
                        <a:rPr lang="ko-KR" altLang="en-US" sz="800" b="0" dirty="0"/>
                        <a:t>이면 </a:t>
                      </a:r>
                      <a:r>
                        <a:rPr lang="ko-KR" altLang="en-US" sz="800" b="0" dirty="0" err="1"/>
                        <a:t>없는거</a:t>
                      </a:r>
                      <a:r>
                        <a:rPr lang="en-US" altLang="ko-KR" sz="800" b="0" dirty="0"/>
                        <a:t>,</a:t>
                      </a:r>
                      <a:r>
                        <a:rPr lang="ko-KR" altLang="en-US" sz="800" b="0" dirty="0"/>
                        <a:t> 값이 있으면 </a:t>
                      </a:r>
                      <a:r>
                        <a:rPr lang="en-US" altLang="ko-KR" sz="800" b="0" dirty="0"/>
                        <a:t>status</a:t>
                      </a:r>
                      <a:r>
                        <a:rPr lang="ko-KR" altLang="en-US" sz="800" b="0" dirty="0"/>
                        <a:t>값은 무조건 </a:t>
                      </a:r>
                      <a:r>
                        <a:rPr lang="ko-KR" altLang="en-US" sz="800" b="0" dirty="0" err="1"/>
                        <a:t>있어야됨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      “status”: int,</a:t>
                      </a:r>
                      <a:r>
                        <a:rPr lang="en-US" altLang="ko-KR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// 0:</a:t>
                      </a:r>
                      <a:r>
                        <a:rPr lang="ko-KR" altLang="en-US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신청 가능</a:t>
                      </a:r>
                      <a:r>
                        <a:rPr lang="en-US" altLang="ko-KR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 1:</a:t>
                      </a:r>
                      <a:r>
                        <a:rPr lang="ko-KR" altLang="en-US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신청 완료</a:t>
                      </a:r>
                      <a:r>
                        <a:rPr lang="en-US" altLang="ko-KR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2: </a:t>
                      </a:r>
                      <a:r>
                        <a:rPr lang="ko-KR" altLang="en-US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포인트 지급 승인</a:t>
                      </a:r>
                      <a:r>
                        <a:rPr lang="en-US" altLang="ko-KR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, 3: </a:t>
                      </a:r>
                      <a:r>
                        <a:rPr lang="ko-KR" altLang="en-US" sz="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포인트 지급 반려</a:t>
                      </a:r>
                      <a:endParaRPr lang="en-US" altLang="ko-KR" sz="800" b="0" dirty="0"/>
                    </a:p>
                    <a:p>
                      <a:pPr algn="l" latinLnBrk="1"/>
                      <a:r>
                        <a:rPr lang="en-US" altLang="ko-KR" sz="800" b="0" dirty="0"/>
                        <a:t>      “role”: “</a:t>
                      </a:r>
                      <a:r>
                        <a:rPr lang="ko-KR" altLang="en-US" sz="800" b="0" dirty="0"/>
                        <a:t>모집하는 역할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설명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“point”: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{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aidx</a:t>
                      </a:r>
                      <a:r>
                        <a:rPr lang="en-US" altLang="ko-KR" sz="800" b="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</a:t>
                      </a:r>
                      <a:r>
                        <a:rPr lang="en-US" altLang="ko-KR" sz="800" b="0" dirty="0" err="1"/>
                        <a:t>uidx</a:t>
                      </a:r>
                      <a:r>
                        <a:rPr lang="en-US" altLang="ko-KR" sz="800" b="0" dirty="0"/>
                        <a:t>”: null,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“status”: int,</a:t>
                      </a:r>
                      <a:r>
                        <a:rPr lang="ko-KR" altLang="en-US" sz="800" b="0" dirty="0"/>
                        <a:t> </a:t>
                      </a:r>
                      <a:r>
                        <a:rPr lang="en-US" altLang="ko-KR" sz="800" b="0" dirty="0"/>
                        <a:t>//</a:t>
                      </a:r>
                      <a:r>
                        <a:rPr lang="ko-KR" altLang="en-US" sz="800" b="0" dirty="0"/>
                        <a:t> 여긴 무조건 </a:t>
                      </a:r>
                      <a:r>
                        <a:rPr lang="en-US" altLang="ko-KR" sz="800" b="0" dirty="0"/>
                        <a:t>0</a:t>
                      </a:r>
                      <a:r>
                        <a:rPr lang="ko-KR" altLang="en-US" sz="800" b="0" dirty="0"/>
                        <a:t> 왜냐면 </a:t>
                      </a:r>
                      <a:r>
                        <a:rPr lang="en-US" altLang="ko-KR" sz="800" b="0" dirty="0" err="1"/>
                        <a:t>uidx</a:t>
                      </a:r>
                      <a:r>
                        <a:rPr lang="ko-KR" altLang="en-US" sz="800" b="0" dirty="0"/>
                        <a:t>가 </a:t>
                      </a:r>
                      <a:r>
                        <a:rPr lang="en-US" altLang="ko-KR" sz="800" b="0" dirty="0"/>
                        <a:t>null</a:t>
                      </a:r>
                      <a:r>
                        <a:rPr lang="ko-KR" altLang="en-US" sz="800" b="0"/>
                        <a:t>이기 때문</a:t>
                      </a:r>
                      <a:endParaRPr lang="en-US" altLang="ko-KR" sz="800" b="0" dirty="0"/>
                    </a:p>
                    <a:p>
                      <a:pPr algn="l" latinLnBrk="1"/>
                      <a:r>
                        <a:rPr lang="en-US" altLang="ko-KR" sz="800" b="0" dirty="0"/>
                        <a:t>      “role”: “</a:t>
                      </a:r>
                      <a:r>
                        <a:rPr lang="ko-KR" altLang="en-US" sz="800" b="0" dirty="0"/>
                        <a:t>모집하는 역할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설명</a:t>
                      </a:r>
                      <a:r>
                        <a:rPr lang="en-US" altLang="ko-KR" sz="800" b="0" dirty="0"/>
                        <a:t>”,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  “point”: int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  }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476A296-1AAC-35B3-2F8C-82F924FE727A}"/>
              </a:ext>
            </a:extLst>
          </p:cNvPr>
          <p:cNvSpPr txBox="1"/>
          <p:nvPr/>
        </p:nvSpPr>
        <p:spPr>
          <a:xfrm>
            <a:off x="74848" y="176499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29E4F8A-1BC0-B4A9-B6FE-AD2AC5D67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650802"/>
              </p:ext>
            </p:extLst>
          </p:nvPr>
        </p:nvGraphicFramePr>
        <p:xfrm>
          <a:off x="180854" y="5008598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2F3901C-5C4C-2ADF-995A-D63D49EAF908}"/>
              </a:ext>
            </a:extLst>
          </p:cNvPr>
          <p:cNvSpPr txBox="1"/>
          <p:nvPr/>
        </p:nvSpPr>
        <p:spPr>
          <a:xfrm>
            <a:off x="74848" y="475646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AFC8FB-E162-77A9-F4CA-A44485D609E0}"/>
              </a:ext>
            </a:extLst>
          </p:cNvPr>
          <p:cNvSpPr txBox="1"/>
          <p:nvPr/>
        </p:nvSpPr>
        <p:spPr>
          <a:xfrm>
            <a:off x="1691640" y="64236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29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2BE2C-C599-3C7D-35C7-41A7828D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AD7E054-BC30-4F85-6B06-DDA58995C52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FF79A3-30C1-F3CF-4669-C786103E8ABB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20021B-7DDC-A253-1761-F1749670F570}"/>
                </a:ext>
              </a:extLst>
            </p:cNvPr>
            <p:cNvSpPr txBox="1"/>
            <p:nvPr/>
          </p:nvSpPr>
          <p:spPr>
            <a:xfrm>
              <a:off x="1" y="60320"/>
              <a:ext cx="79861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역할 신청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856B3-0715-4C89-2C0F-7BCBA87FB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017D5C94-BB90-F825-EEA0-084FA891365F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2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BB6C99-3A94-0066-C7E5-24D5DDFBB8DF}"/>
              </a:ext>
            </a:extLst>
          </p:cNvPr>
          <p:cNvSpPr txBox="1"/>
          <p:nvPr/>
        </p:nvSpPr>
        <p:spPr>
          <a:xfrm>
            <a:off x="74848" y="460341"/>
            <a:ext cx="37609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https://hackathon.gdgoc.net/api/accept/subscribe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318D9-17E4-E20E-D71B-AFEA806AA116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34032EC-0335-6A20-785D-C811CF3C3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554328"/>
              </p:ext>
            </p:extLst>
          </p:nvPr>
        </p:nvGraphicFramePr>
        <p:xfrm>
          <a:off x="180854" y="989474"/>
          <a:ext cx="11819125" cy="766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uidx</a:t>
                      </a:r>
                      <a:r>
                        <a:rPr lang="en-US" altLang="ko-KR" sz="800" dirty="0"/>
                        <a:t>”: int,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aidx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0DB5A8D-3412-5A90-343C-1FA5AFE8E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060206"/>
              </p:ext>
            </p:extLst>
          </p:nvPr>
        </p:nvGraphicFramePr>
        <p:xfrm>
          <a:off x="180854" y="23292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44A06A-F482-7F8A-A0D5-2D4621E956BE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23B12B-2006-7940-71B6-8EB84AEFB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817685"/>
              </p:ext>
            </p:extLst>
          </p:nvPr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5E9A2F4-7B9B-6743-EA20-09E7CBB8D6C2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305236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0B627-5BFB-FEE0-DDEC-73194C00F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A440F4F-2996-5DE3-F544-AF18D7EC3660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5C04B57-5E75-C88C-8ABD-0AE263418949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A22D030-74C2-0A9A-BCB0-049D718D3E84}"/>
                </a:ext>
              </a:extLst>
            </p:cNvPr>
            <p:cNvSpPr txBox="1"/>
            <p:nvPr/>
          </p:nvSpPr>
          <p:spPr>
            <a:xfrm>
              <a:off x="1" y="60320"/>
              <a:ext cx="11304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역할 신청 취소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4D5305-EE05-730B-3BFF-608D54C1D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EEBAC5E-23A2-C8D0-BEBC-7A0E1D0182C3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3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DDF4A2-0354-65FF-31CD-62571AA02652}"/>
              </a:ext>
            </a:extLst>
          </p:cNvPr>
          <p:cNvSpPr txBox="1"/>
          <p:nvPr/>
        </p:nvSpPr>
        <p:spPr>
          <a:xfrm>
            <a:off x="74848" y="460341"/>
            <a:ext cx="4148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https://hackathon.gdgoc.net/api/accept/subscribeCancel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4BE63D-7028-B80E-3337-0ACA005BCBC9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06DD25D9-CF3A-5B5C-E78D-876B88FD7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060984"/>
              </p:ext>
            </p:extLst>
          </p:nvPr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aidx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8AC8613-76B8-2F04-BCE5-CDB3363D5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68446"/>
              </p:ext>
            </p:extLst>
          </p:nvPr>
        </p:nvGraphicFramePr>
        <p:xfrm>
          <a:off x="180854" y="23292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034DA3-86DA-4364-2EF1-7AF9F357DFE8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DC506C21-A88A-2AC7-8573-AE84D4009FF9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989AFE8-FDAE-6AA7-457F-087F10104A77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114578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CDE41-20B1-B153-F0E4-3F4EEB9A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98A15B4-F072-4E81-8499-03CDD132B3AE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9335B36-D7D0-95DF-CC37-2C589B5018B4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C2F4B03-0601-A212-EA57-2766C5950EDF}"/>
                </a:ext>
              </a:extLst>
            </p:cNvPr>
            <p:cNvSpPr txBox="1"/>
            <p:nvPr/>
          </p:nvSpPr>
          <p:spPr>
            <a:xfrm>
              <a:off x="1" y="60320"/>
              <a:ext cx="12715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역할 포인트 지급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531F35-D25C-C0A2-B592-89B55B7E9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5C23138D-BB61-9337-6F88-86C0CDDE77C8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4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FBD755-0D87-E740-7D62-5F8B63216304}"/>
              </a:ext>
            </a:extLst>
          </p:cNvPr>
          <p:cNvSpPr txBox="1"/>
          <p:nvPr/>
        </p:nvSpPr>
        <p:spPr>
          <a:xfrm>
            <a:off x="74848" y="460341"/>
            <a:ext cx="3716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https://hackathon.gdgoc.net/api/accept/approval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9E1417-3C23-DD6C-42E4-39C70404BAF3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6E729EE-3A4C-0CBE-32A9-3142FB0D0861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aidx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9CB71C1-3244-5DDE-5196-F2270E8A3CBA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23292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15DE9A0-10DD-8477-312C-19D6A14A592F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A18CE65-367D-31C7-AE1C-D505C7B18794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8DC3723-A4D2-7DDE-7386-162638FAD49A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1736943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68D4-2CC6-0687-2E21-4C822D639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5CC90E6-F212-4DD6-6560-9B9E05653E21}"/>
              </a:ext>
            </a:extLst>
          </p:cNvPr>
          <p:cNvGrpSpPr/>
          <p:nvPr/>
        </p:nvGrpSpPr>
        <p:grpSpPr>
          <a:xfrm>
            <a:off x="1" y="1"/>
            <a:ext cx="12192000" cy="382249"/>
            <a:chOff x="1" y="1"/>
            <a:chExt cx="12192000" cy="382249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CDE5A5B-7694-EEC7-0FEE-D595856C7E3F}"/>
                </a:ext>
              </a:extLst>
            </p:cNvPr>
            <p:cNvSpPr/>
            <p:nvPr/>
          </p:nvSpPr>
          <p:spPr>
            <a:xfrm>
              <a:off x="1" y="1"/>
              <a:ext cx="12192000" cy="382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5DB9065-7B15-251E-F08F-DB39A29A47E9}"/>
                </a:ext>
              </a:extLst>
            </p:cNvPr>
            <p:cNvSpPr txBox="1"/>
            <p:nvPr/>
          </p:nvSpPr>
          <p:spPr>
            <a:xfrm>
              <a:off x="1" y="60320"/>
              <a:ext cx="16033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j-lt"/>
                </a:rPr>
                <a:t>역할 포인트 지급 거절</a:t>
              </a:r>
            </a:p>
          </p:txBody>
        </p:sp>
      </p:grpSp>
      <p:pic>
        <p:nvPicPr>
          <p:cNvPr id="2" name="그림 1" descr="폰트, 그래픽, 스크린샷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414562-8959-423A-86C3-82636494F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61" y="101125"/>
            <a:ext cx="1399807" cy="180000"/>
          </a:xfrm>
          <a:prstGeom prst="rect">
            <a:avLst/>
          </a:prstGeom>
        </p:spPr>
      </p:pic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F08DEF62-D9D0-1CEB-43E5-D1586445D6DD}"/>
              </a:ext>
            </a:extLst>
          </p:cNvPr>
          <p:cNvSpPr txBox="1">
            <a:spLocks/>
          </p:cNvSpPr>
          <p:nvPr/>
        </p:nvSpPr>
        <p:spPr>
          <a:xfrm>
            <a:off x="11379239" y="6528923"/>
            <a:ext cx="727399" cy="241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5D1A56-6F4D-40E4-9CA1-E103BA969D50}" type="slidenum">
              <a:rPr lang="ko-KR" altLang="en-US" sz="1000" smtClean="0"/>
              <a:pPr/>
              <a:t>5</a:t>
            </a:fld>
            <a:r>
              <a:rPr lang="ko-KR" altLang="en-US" sz="1000" dirty="0"/>
              <a:t> </a:t>
            </a:r>
            <a:r>
              <a:rPr lang="en-US" altLang="ko-KR" sz="1000" dirty="0"/>
              <a:t>Page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70041-06EB-C787-756D-EE709E13A01A}"/>
              </a:ext>
            </a:extLst>
          </p:cNvPr>
          <p:cNvSpPr txBox="1"/>
          <p:nvPr/>
        </p:nvSpPr>
        <p:spPr>
          <a:xfrm>
            <a:off x="74848" y="460341"/>
            <a:ext cx="37160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POST https://hackathon.gdgoc.net/api/accept/refusal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EA466C-A8B4-0BEF-C13B-5EFFC690588F}"/>
              </a:ext>
            </a:extLst>
          </p:cNvPr>
          <p:cNvSpPr txBox="1"/>
          <p:nvPr/>
        </p:nvSpPr>
        <p:spPr>
          <a:xfrm>
            <a:off x="74848" y="737342"/>
            <a:ext cx="9076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Request</a:t>
            </a:r>
            <a:r>
              <a:rPr lang="ko-KR" altLang="en-US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</a:t>
            </a:r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Body</a:t>
            </a: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CFE90EB3-0A3F-A071-3791-3549932A3793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989474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8663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20462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JSON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5353012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/>
                        <a:t>{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  “</a:t>
                      </a:r>
                      <a:r>
                        <a:rPr lang="en-US" altLang="ko-KR" sz="800" dirty="0" err="1"/>
                        <a:t>aidx</a:t>
                      </a:r>
                      <a:r>
                        <a:rPr lang="en-US" altLang="ko-KR" sz="800" dirty="0"/>
                        <a:t>”: int</a:t>
                      </a:r>
                    </a:p>
                    <a:p>
                      <a:pPr algn="l" latinLnBrk="1"/>
                      <a:r>
                        <a:rPr lang="en-US" altLang="ko-KR" sz="800" dirty="0"/>
                        <a:t>}</a:t>
                      </a: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97923B-9480-07ED-B054-C36A2CDEC478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23292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true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A4B045E-FB46-DAAD-0D6C-7593FF87052C}"/>
              </a:ext>
            </a:extLst>
          </p:cNvPr>
          <p:cNvSpPr txBox="1"/>
          <p:nvPr/>
        </p:nvSpPr>
        <p:spPr>
          <a:xfrm>
            <a:off x="74848" y="20771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200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1569144-3D99-2F7C-CAD2-3221E0609102}"/>
              </a:ext>
            </a:extLst>
          </p:cNvPr>
          <p:cNvGraphicFramePr>
            <a:graphicFrameLocks noGrp="1"/>
          </p:cNvGraphicFramePr>
          <p:nvPr/>
        </p:nvGraphicFramePr>
        <p:xfrm>
          <a:off x="180854" y="3548493"/>
          <a:ext cx="11819125" cy="644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3358319751"/>
                    </a:ext>
                  </a:extLst>
                </a:gridCol>
                <a:gridCol w="10919125">
                  <a:extLst>
                    <a:ext uri="{9D8B030D-6E8A-4147-A177-3AD203B41FA5}">
                      <a16:colId xmlns:a16="http://schemas.microsoft.com/office/drawing/2014/main" val="84835277"/>
                    </a:ext>
                  </a:extLst>
                </a:gridCol>
              </a:tblGrid>
              <a:tr h="152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Content Type</a:t>
                      </a:r>
                      <a:endParaRPr lang="ko-KR" altLang="en-US" sz="800" b="1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JSON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6185459"/>
                  </a:ext>
                </a:extLst>
              </a:tr>
              <a:tr h="304010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/>
                        <a:t>{ 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  “</a:t>
                      </a:r>
                      <a:r>
                        <a:rPr lang="en-US" altLang="ko-KR" sz="800" b="0" dirty="0" err="1"/>
                        <a:t>res_status</a:t>
                      </a:r>
                      <a:r>
                        <a:rPr lang="en-US" altLang="ko-KR" sz="800" b="0" dirty="0"/>
                        <a:t>” : false</a:t>
                      </a:r>
                    </a:p>
                    <a:p>
                      <a:pPr algn="l" latinLnBrk="1"/>
                      <a:r>
                        <a:rPr lang="en-US" altLang="ko-KR" sz="800" b="0" dirty="0"/>
                        <a:t>}</a:t>
                      </a:r>
                      <a:endParaRPr lang="ko-KR" altLang="en-US" sz="800" b="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 marL="78500" marR="78500" marT="39250" marB="39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933633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2EC9DA6-C3FF-E9A0-B601-C90F98C45812}"/>
              </a:ext>
            </a:extLst>
          </p:cNvPr>
          <p:cNvSpPr txBox="1"/>
          <p:nvPr/>
        </p:nvSpPr>
        <p:spPr>
          <a:xfrm>
            <a:off x="74848" y="3296361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Response 400</a:t>
            </a:r>
          </a:p>
        </p:txBody>
      </p:sp>
    </p:spTree>
    <p:extLst>
      <p:ext uri="{BB962C8B-B14F-4D97-AF65-F5344CB8AC3E}">
        <p14:creationId xmlns:p14="http://schemas.microsoft.com/office/powerpoint/2010/main" val="2732227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431</Words>
  <Application>Microsoft Macintosh PowerPoint</Application>
  <PresentationFormat>와이드스크린</PresentationFormat>
  <Paragraphs>121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 Junho</dc:creator>
  <cp:lastModifiedBy>강현우</cp:lastModifiedBy>
  <cp:revision>23</cp:revision>
  <dcterms:created xsi:type="dcterms:W3CDTF">2026-03-15T02:13:01Z</dcterms:created>
  <dcterms:modified xsi:type="dcterms:W3CDTF">2026-05-16T15:59:51Z</dcterms:modified>
</cp:coreProperties>
</file>